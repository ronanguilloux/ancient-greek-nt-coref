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711" r:id="rId4"/>
    <p:sldMasterId id="2147483648" r:id="rId5"/>
    <p:sldMasterId id="2147483694" r:id="rId6"/>
  </p:sldMasterIdLst>
  <p:notesMasterIdLst>
    <p:notesMasterId r:id="rId31"/>
  </p:notesMasterIdLst>
  <p:handoutMasterIdLst>
    <p:handoutMasterId r:id="rId32"/>
  </p:handoutMasterIdLst>
  <p:sldIdLst>
    <p:sldId id="261" r:id="rId7"/>
    <p:sldId id="2563" r:id="rId8"/>
    <p:sldId id="2591" r:id="rId9"/>
    <p:sldId id="2610" r:id="rId10"/>
    <p:sldId id="282" r:id="rId11"/>
    <p:sldId id="2572" r:id="rId12"/>
    <p:sldId id="2594" r:id="rId13"/>
    <p:sldId id="2595" r:id="rId14"/>
    <p:sldId id="2602" r:id="rId15"/>
    <p:sldId id="2597" r:id="rId16"/>
    <p:sldId id="2608" r:id="rId17"/>
    <p:sldId id="2592" r:id="rId18"/>
    <p:sldId id="2598" r:id="rId19"/>
    <p:sldId id="2607" r:id="rId20"/>
    <p:sldId id="331" r:id="rId21"/>
    <p:sldId id="276" r:id="rId22"/>
    <p:sldId id="2609" r:id="rId23"/>
    <p:sldId id="2599" r:id="rId24"/>
    <p:sldId id="2601" r:id="rId25"/>
    <p:sldId id="2603" r:id="rId26"/>
    <p:sldId id="2604" r:id="rId27"/>
    <p:sldId id="2605" r:id="rId28"/>
    <p:sldId id="2606" r:id="rId29"/>
    <p:sldId id="290" r:id="rId30"/>
  </p:sldIdLst>
  <p:sldSz cx="12192000" cy="6858000"/>
  <p:notesSz cx="6858000" cy="9144000"/>
  <p:defaultText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eu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D8DB0"/>
    <a:srgbClr val="2F4D5D"/>
    <a:srgbClr val="DCE7F0"/>
    <a:srgbClr val="000000"/>
    <a:srgbClr val="005E7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F2CD18B-196D-40F1-9C6F-76028841E7B4}" v="2157" dt="2025-06-03T09:27:44.743"/>
    <p1510:client id="{2A9A2BD0-C053-4B96-8C14-55F5D46A85A8}" v="2786" dt="2025-06-03T15:25:12.61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8516" autoAdjust="0"/>
    <p:restoredTop sz="75547" autoAdjust="0"/>
  </p:normalViewPr>
  <p:slideViewPr>
    <p:cSldViewPr snapToGrid="0" snapToObjects="1">
      <p:cViewPr varScale="1">
        <p:scale>
          <a:sx n="56" d="100"/>
          <a:sy n="56" d="100"/>
        </p:scale>
        <p:origin x="1316" y="44"/>
      </p:cViewPr>
      <p:guideLst>
        <p:guide orient="horz" pos="2160"/>
        <p:guide pos="3840"/>
      </p:guideLst>
    </p:cSldViewPr>
  </p:slideViewPr>
  <p:notesTextViewPr>
    <p:cViewPr>
      <p:scale>
        <a:sx n="1" d="1"/>
        <a:sy n="1" d="1"/>
      </p:scale>
      <p:origin x="0" y="-1892"/>
    </p:cViewPr>
  </p:notesTextViewPr>
  <p:sorterViewPr>
    <p:cViewPr>
      <p:scale>
        <a:sx n="66" d="100"/>
        <a:sy n="66" d="100"/>
      </p:scale>
      <p:origin x="0" y="0"/>
    </p:cViewPr>
  </p:sorterViewPr>
  <p:notesViewPr>
    <p:cSldViewPr snapToGrid="0" snapToObjects="1">
      <p:cViewPr varScale="1">
        <p:scale>
          <a:sx n="56" d="100"/>
          <a:sy n="56" d="100"/>
        </p:scale>
        <p:origin x="2588" y="56"/>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21" Type="http://schemas.openxmlformats.org/officeDocument/2006/relationships/slide" Target="slides/slide15.xml"/><Relationship Id="rId34" Type="http://schemas.openxmlformats.org/officeDocument/2006/relationships/viewProps" Target="viewProps.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presProps" Target="presProps.xml"/><Relationship Id="rId38" Type="http://schemas.microsoft.com/office/2018/10/relationships/authors" Target="authors.xml"/><Relationship Id="rId2" Type="http://schemas.openxmlformats.org/officeDocument/2006/relationships/customXml" Target="../customXml/item2.xml"/><Relationship Id="rId16" Type="http://schemas.openxmlformats.org/officeDocument/2006/relationships/slide" Target="slides/slide10.xml"/><Relationship Id="rId20" Type="http://schemas.openxmlformats.org/officeDocument/2006/relationships/slide" Target="slides/slide14.xml"/><Relationship Id="rId29" Type="http://schemas.openxmlformats.org/officeDocument/2006/relationships/slide" Target="slides/slide23.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handoutMaster" Target="handoutMasters/handoutMaster1.xml"/><Relationship Id="rId37" Type="http://schemas.microsoft.com/office/2015/10/relationships/revisionInfo" Target="revisionInfo.xml"/><Relationship Id="rId5" Type="http://schemas.openxmlformats.org/officeDocument/2006/relationships/slideMaster" Target="slideMasters/slideMaster2.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tableStyles" Target="tableStyles.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theme" Target="theme/theme1.xml"/><Relationship Id="rId8" Type="http://schemas.openxmlformats.org/officeDocument/2006/relationships/slide" Target="slides/slide2.xml"/><Relationship Id="rId3" Type="http://schemas.openxmlformats.org/officeDocument/2006/relationships/customXml" Target="../customXml/item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nl-NL"/>
          </a:p>
        </p:txBody>
      </p:sp>
      <p:sp>
        <p:nvSpPr>
          <p:cNvPr id="3" name="Tijdelijke aanduiding voor datum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F591CCF-F6FD-734B-854A-5BC033593B1E}" type="datetimeFigureOut">
              <a:rPr lang="nl-NL" smtClean="0"/>
              <a:t>3-6-2025</a:t>
            </a:fld>
            <a:endParaRPr lang="nl-NL"/>
          </a:p>
        </p:txBody>
      </p:sp>
      <p:sp>
        <p:nvSpPr>
          <p:cNvPr id="4" name="Tijdelijke aanduiding voor voettekst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nl-NL"/>
          </a:p>
        </p:txBody>
      </p:sp>
      <p:sp>
        <p:nvSpPr>
          <p:cNvPr id="5" name="Tijdelijke aanduiding voor dianumm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152A6D4-CD3D-5148-8B70-A84796F20135}" type="slidenum">
              <a:rPr lang="nl-NL" smtClean="0"/>
              <a:t>‹#›</a:t>
            </a:fld>
            <a:endParaRPr lang="nl-NL"/>
          </a:p>
        </p:txBody>
      </p:sp>
    </p:spTree>
    <p:extLst>
      <p:ext uri="{BB962C8B-B14F-4D97-AF65-F5344CB8AC3E}">
        <p14:creationId xmlns:p14="http://schemas.microsoft.com/office/powerpoint/2010/main" val="45891639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nl-NL"/>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3C66214-DB21-4647-B5DA-0D17CA592867}" type="datetimeFigureOut">
              <a:rPr lang="nl-NL" smtClean="0"/>
              <a:t>3-6-2025</a:t>
            </a:fld>
            <a:endParaRPr lang="nl-NL"/>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nl-NL"/>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Klik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nl-NL"/>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954E32A-327F-AF4B-8E1F-209FBF93D26D}" type="slidenum">
              <a:rPr lang="nl-NL" smtClean="0"/>
              <a:t>‹#›</a:t>
            </a:fld>
            <a:endParaRPr lang="nl-NL"/>
          </a:p>
        </p:txBody>
      </p:sp>
    </p:spTree>
    <p:extLst>
      <p:ext uri="{BB962C8B-B14F-4D97-AF65-F5344CB8AC3E}">
        <p14:creationId xmlns:p14="http://schemas.microsoft.com/office/powerpoint/2010/main" val="14640467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3" Type="http://schemas.openxmlformats.org/officeDocument/2006/relationships/hyperlink" Target="https://de.wikisource.org/wiki/RE:Alexandros_32" TargetMode="External"/><Relationship Id="rId7" Type="http://schemas.openxmlformats.org/officeDocument/2006/relationships/hyperlink" Target="https://de.wikisource.org/wiki/RE:Alkmaion_3" TargetMode="External"/><Relationship Id="rId2" Type="http://schemas.openxmlformats.org/officeDocument/2006/relationships/slide" Target="../slides/slide12.xml"/><Relationship Id="rId1" Type="http://schemas.openxmlformats.org/officeDocument/2006/relationships/notesMaster" Target="../notesMasters/notesMaster1.xml"/><Relationship Id="rId6" Type="http://schemas.openxmlformats.org/officeDocument/2006/relationships/hyperlink" Target="https://de.wikisource.org/wiki/RE:Dionysios_30" TargetMode="External"/><Relationship Id="rId5" Type="http://schemas.openxmlformats.org/officeDocument/2006/relationships/hyperlink" Target="https://de.wikisource.org/wiki/RE:Sempronius_53" TargetMode="External"/><Relationship Id="rId4" Type="http://schemas.openxmlformats.org/officeDocument/2006/relationships/hyperlink" Target="https://de.wikisource.org/wiki/RE:Philoxenos_5" TargetMode="Externa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nl-BE" dirty="0"/>
          </a:p>
        </p:txBody>
      </p:sp>
      <p:sp>
        <p:nvSpPr>
          <p:cNvPr id="4" name="Slide Number Placeholder 3"/>
          <p:cNvSpPr>
            <a:spLocks noGrp="1"/>
          </p:cNvSpPr>
          <p:nvPr>
            <p:ph type="sldNum" sz="quarter" idx="5"/>
          </p:nvPr>
        </p:nvSpPr>
        <p:spPr/>
        <p:txBody>
          <a:bodyPr/>
          <a:lstStyle/>
          <a:p>
            <a:fld id="{8954E32A-327F-AF4B-8E1F-209FBF93D26D}" type="slidenum">
              <a:rPr lang="nl-NL" smtClean="0"/>
              <a:t>3</a:t>
            </a:fld>
            <a:endParaRPr lang="nl-NL"/>
          </a:p>
        </p:txBody>
      </p:sp>
    </p:spTree>
    <p:extLst>
      <p:ext uri="{BB962C8B-B14F-4D97-AF65-F5344CB8AC3E}">
        <p14:creationId xmlns:p14="http://schemas.microsoft.com/office/powerpoint/2010/main" val="223690388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en-US" dirty="0"/>
          </a:p>
        </p:txBody>
      </p:sp>
      <p:sp>
        <p:nvSpPr>
          <p:cNvPr id="4" name="Tijdelijke aanduiding voor dianummer 3"/>
          <p:cNvSpPr>
            <a:spLocks noGrp="1"/>
          </p:cNvSpPr>
          <p:nvPr>
            <p:ph type="sldNum" sz="quarter" idx="5"/>
          </p:nvPr>
        </p:nvSpPr>
        <p:spPr/>
        <p:txBody>
          <a:bodyPr/>
          <a:lstStyle/>
          <a:p>
            <a:fld id="{8954E32A-327F-AF4B-8E1F-209FBF93D26D}" type="slidenum">
              <a:rPr lang="nl-NL" smtClean="0"/>
              <a:t>5</a:t>
            </a:fld>
            <a:endParaRPr lang="nl-NL"/>
          </a:p>
        </p:txBody>
      </p:sp>
    </p:spTree>
    <p:extLst>
      <p:ext uri="{BB962C8B-B14F-4D97-AF65-F5344CB8AC3E}">
        <p14:creationId xmlns:p14="http://schemas.microsoft.com/office/powerpoint/2010/main" val="142744448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en-US"/>
          </a:p>
        </p:txBody>
      </p:sp>
      <p:sp>
        <p:nvSpPr>
          <p:cNvPr id="4" name="Tijdelijke aanduiding voor dianummer 3"/>
          <p:cNvSpPr>
            <a:spLocks noGrp="1"/>
          </p:cNvSpPr>
          <p:nvPr>
            <p:ph type="sldNum" sz="quarter" idx="5"/>
          </p:nvPr>
        </p:nvSpPr>
        <p:spPr/>
        <p:txBody>
          <a:bodyPr/>
          <a:lstStyle/>
          <a:p>
            <a:fld id="{8954E32A-327F-AF4B-8E1F-209FBF93D26D}" type="slidenum">
              <a:rPr lang="nl-NL" smtClean="0"/>
              <a:t>6</a:t>
            </a:fld>
            <a:endParaRPr lang="nl-NL"/>
          </a:p>
        </p:txBody>
      </p:sp>
    </p:spTree>
    <p:extLst>
      <p:ext uri="{BB962C8B-B14F-4D97-AF65-F5344CB8AC3E}">
        <p14:creationId xmlns:p14="http://schemas.microsoft.com/office/powerpoint/2010/main" val="134917536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Another test set we introduced during this first run was a smaller test set. </a:t>
            </a:r>
          </a:p>
          <a:p>
            <a:r>
              <a:rPr lang="en-US" dirty="0"/>
              <a:t>This one was created pretty quickly. Find mentions of unique names that could belong to some famous author, if it was correct, link it.</a:t>
            </a:r>
          </a:p>
          <a:p>
            <a:r>
              <a:rPr lang="en-US" dirty="0"/>
              <a:t>This is good way to create some training data quickly, but </a:t>
            </a:r>
            <a:r>
              <a:rPr lang="en-US" dirty="0" err="1"/>
              <a:t>volltext</a:t>
            </a:r>
            <a:r>
              <a:rPr lang="en-US" dirty="0"/>
              <a:t> was more often than not </a:t>
            </a:r>
            <a:r>
              <a:rPr lang="en-US" dirty="0" err="1"/>
              <a:t>not</a:t>
            </a:r>
            <a:r>
              <a:rPr lang="en-US" dirty="0"/>
              <a:t> in our local copy.</a:t>
            </a:r>
            <a:endParaRPr lang="nl-BE" dirty="0"/>
          </a:p>
        </p:txBody>
      </p:sp>
      <p:sp>
        <p:nvSpPr>
          <p:cNvPr id="4" name="Slide Number Placeholder 3"/>
          <p:cNvSpPr>
            <a:spLocks noGrp="1"/>
          </p:cNvSpPr>
          <p:nvPr>
            <p:ph type="sldNum" sz="quarter" idx="5"/>
          </p:nvPr>
        </p:nvSpPr>
        <p:spPr/>
        <p:txBody>
          <a:bodyPr/>
          <a:lstStyle/>
          <a:p>
            <a:fld id="{8954E32A-327F-AF4B-8E1F-209FBF93D26D}" type="slidenum">
              <a:rPr lang="nl-NL" smtClean="0"/>
              <a:t>7</a:t>
            </a:fld>
            <a:endParaRPr lang="nl-NL"/>
          </a:p>
        </p:txBody>
      </p:sp>
    </p:spTree>
    <p:extLst>
      <p:ext uri="{BB962C8B-B14F-4D97-AF65-F5344CB8AC3E}">
        <p14:creationId xmlns:p14="http://schemas.microsoft.com/office/powerpoint/2010/main" val="213106969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we started this process, there was no training data.</a:t>
            </a:r>
          </a:p>
          <a:p>
            <a:r>
              <a:rPr lang="en-US" dirty="0"/>
              <a:t>We tried creating some working backwards from the RE.</a:t>
            </a:r>
          </a:p>
          <a:p>
            <a:r>
              <a:rPr lang="en-US" dirty="0"/>
              <a:t>To quickly summarize, sources to Ancient works were automatically extracted from the RE entries and expanded, to find this relevant passage in our corpus.</a:t>
            </a:r>
          </a:p>
          <a:p>
            <a:r>
              <a:rPr lang="en-US" dirty="0"/>
              <a:t>The find the correct mention in the passage, various </a:t>
            </a:r>
            <a:r>
              <a:rPr lang="en-US" dirty="0" err="1"/>
              <a:t>GLAUx</a:t>
            </a:r>
            <a:r>
              <a:rPr lang="en-US" dirty="0"/>
              <a:t> and Trismegistos IDs were linked. </a:t>
            </a:r>
          </a:p>
        </p:txBody>
      </p:sp>
      <p:sp>
        <p:nvSpPr>
          <p:cNvPr id="4" name="Slide Number Placeholder 3"/>
          <p:cNvSpPr>
            <a:spLocks noGrp="1"/>
          </p:cNvSpPr>
          <p:nvPr>
            <p:ph type="sldNum" sz="quarter" idx="5"/>
          </p:nvPr>
        </p:nvSpPr>
        <p:spPr/>
        <p:txBody>
          <a:bodyPr/>
          <a:lstStyle/>
          <a:p>
            <a:fld id="{8954E32A-327F-AF4B-8E1F-209FBF93D26D}" type="slidenum">
              <a:rPr lang="nl-NL" smtClean="0"/>
              <a:t>8</a:t>
            </a:fld>
            <a:endParaRPr lang="nl-NL"/>
          </a:p>
        </p:txBody>
      </p:sp>
    </p:spTree>
    <p:extLst>
      <p:ext uri="{BB962C8B-B14F-4D97-AF65-F5344CB8AC3E}">
        <p14:creationId xmlns:p14="http://schemas.microsoft.com/office/powerpoint/2010/main" val="346458053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nSpc>
                <a:spcPct val="107000"/>
              </a:lnSpc>
              <a:buFont typeface="Aptos" panose="020B0004020202020204" pitchFamily="34" charset="0"/>
              <a:buNone/>
            </a:pPr>
            <a:r>
              <a:rPr lang="en-US" sz="1100" kern="100" dirty="0">
                <a:effectLst/>
                <a:latin typeface="Aptos" panose="020B0004020202020204" pitchFamily="34" charset="0"/>
                <a:ea typeface="Aptos" panose="020B0004020202020204" pitchFamily="34" charset="0"/>
                <a:cs typeface="Times New Roman" panose="02020603050405020304" pitchFamily="18" charset="0"/>
              </a:rPr>
              <a:t>. </a:t>
            </a:r>
            <a:endParaRPr lang="nl-BE" sz="11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07000"/>
              </a:lnSpc>
              <a:buFont typeface="Aptos" panose="020B0004020202020204" pitchFamily="34" charset="0"/>
              <a:buChar char="-"/>
            </a:pPr>
            <a:r>
              <a:rPr lang="en-US" sz="1100" kern="100" dirty="0">
                <a:effectLst/>
                <a:latin typeface="Aptos" panose="020B0004020202020204" pitchFamily="34" charset="0"/>
                <a:ea typeface="Aptos" panose="020B0004020202020204" pitchFamily="34" charset="0"/>
                <a:cs typeface="Times New Roman" panose="02020603050405020304" pitchFamily="18" charset="0"/>
              </a:rPr>
              <a:t>Silver Data Pipeline</a:t>
            </a:r>
            <a:endParaRPr lang="nl-BE" sz="1100" kern="100" dirty="0">
              <a:effectLst/>
              <a:latin typeface="Aptos" panose="020B0004020202020204" pitchFamily="34" charset="0"/>
              <a:ea typeface="Aptos" panose="020B0004020202020204" pitchFamily="34" charset="0"/>
              <a:cs typeface="Times New Roman" panose="02020603050405020304" pitchFamily="18" charset="0"/>
            </a:endParaRPr>
          </a:p>
          <a:p>
            <a:pPr marL="742950" lvl="1" indent="-285750">
              <a:lnSpc>
                <a:spcPct val="107000"/>
              </a:lnSpc>
              <a:buFont typeface="Courier New" panose="02070309020205020404" pitchFamily="49" charset="0"/>
              <a:buChar char="o"/>
            </a:pPr>
            <a:r>
              <a:rPr lang="en-US" sz="1100" kern="100" dirty="0">
                <a:effectLst/>
                <a:latin typeface="Aptos" panose="020B0004020202020204" pitchFamily="34" charset="0"/>
                <a:ea typeface="Aptos" panose="020B0004020202020204" pitchFamily="34" charset="0"/>
                <a:cs typeface="Times New Roman" panose="02020603050405020304" pitchFamily="18" charset="0"/>
              </a:rPr>
              <a:t>Problem: there are losses of datapoints thorough</a:t>
            </a:r>
            <a:endParaRPr lang="nl-BE" sz="1100" kern="100" dirty="0">
              <a:effectLst/>
              <a:latin typeface="Aptos" panose="020B0004020202020204" pitchFamily="34" charset="0"/>
              <a:ea typeface="Aptos" panose="020B0004020202020204" pitchFamily="34" charset="0"/>
              <a:cs typeface="Times New Roman" panose="02020603050405020304" pitchFamily="18" charset="0"/>
            </a:endParaRPr>
          </a:p>
          <a:p>
            <a:pPr marL="742950" lvl="1" indent="-285750">
              <a:lnSpc>
                <a:spcPct val="107000"/>
              </a:lnSpc>
              <a:buFont typeface="Courier New" panose="02070309020205020404" pitchFamily="49" charset="0"/>
              <a:buChar char="o"/>
            </a:pPr>
            <a:r>
              <a:rPr lang="en-US" sz="1100" kern="100" dirty="0">
                <a:effectLst/>
                <a:latin typeface="Aptos" panose="020B0004020202020204" pitchFamily="34" charset="0"/>
                <a:ea typeface="Aptos" panose="020B0004020202020204" pitchFamily="34" charset="0"/>
                <a:cs typeface="Times New Roman" panose="02020603050405020304" pitchFamily="18" charset="0"/>
              </a:rPr>
              <a:t>Exact passage not found, sometimes book, sometimes text</a:t>
            </a:r>
            <a:endParaRPr lang="nl-BE" sz="1100" kern="100" dirty="0">
              <a:effectLst/>
              <a:latin typeface="Aptos" panose="020B0004020202020204" pitchFamily="34" charset="0"/>
              <a:ea typeface="Aptos" panose="020B0004020202020204" pitchFamily="34" charset="0"/>
              <a:cs typeface="Times New Roman" panose="02020603050405020304" pitchFamily="18" charset="0"/>
            </a:endParaRPr>
          </a:p>
          <a:p>
            <a:pPr marL="742950" lvl="1" indent="-285750">
              <a:lnSpc>
                <a:spcPct val="107000"/>
              </a:lnSpc>
              <a:buFont typeface="Courier New" panose="02070309020205020404" pitchFamily="49" charset="0"/>
              <a:buChar char="o"/>
            </a:pPr>
            <a:r>
              <a:rPr lang="en-US" sz="1100" kern="100" dirty="0">
                <a:effectLst/>
                <a:latin typeface="Aptos" panose="020B0004020202020204" pitchFamily="34" charset="0"/>
                <a:ea typeface="Aptos" panose="020B0004020202020204" pitchFamily="34" charset="0"/>
                <a:cs typeface="Times New Roman" panose="02020603050405020304" pitchFamily="18" charset="0"/>
              </a:rPr>
              <a:t>If this was the case: check the entire text</a:t>
            </a:r>
            <a:endParaRPr lang="nl-BE" sz="1100" kern="100" dirty="0">
              <a:effectLst/>
              <a:latin typeface="Aptos" panose="020B0004020202020204" pitchFamily="34" charset="0"/>
              <a:ea typeface="Aptos" panose="020B0004020202020204" pitchFamily="34" charset="0"/>
              <a:cs typeface="Times New Roman" panose="02020603050405020304" pitchFamily="18" charset="0"/>
            </a:endParaRPr>
          </a:p>
          <a:p>
            <a:pPr marL="1143000" lvl="2" indent="-228600">
              <a:lnSpc>
                <a:spcPct val="107000"/>
              </a:lnSpc>
              <a:buFont typeface="Wingdings" panose="05000000000000000000" pitchFamily="2" charset="2"/>
              <a:buChar char=""/>
            </a:pPr>
            <a:r>
              <a:rPr lang="en-US" sz="1100" kern="100" dirty="0">
                <a:effectLst/>
                <a:latin typeface="Aptos" panose="020B0004020202020204" pitchFamily="34" charset="0"/>
                <a:ea typeface="Aptos" panose="020B0004020202020204" pitchFamily="34" charset="0"/>
                <a:cs typeface="Times New Roman" panose="02020603050405020304" pitchFamily="18" charset="0"/>
              </a:rPr>
              <a:t>If lemma occurs more than 50 times, drop it, otherwise keep it</a:t>
            </a:r>
            <a:endParaRPr lang="nl-BE" sz="1100" kern="100" dirty="0">
              <a:effectLst/>
              <a:latin typeface="Aptos" panose="020B0004020202020204" pitchFamily="34" charset="0"/>
              <a:ea typeface="Aptos" panose="020B0004020202020204" pitchFamily="34" charset="0"/>
              <a:cs typeface="Times New Roman" panose="02020603050405020304" pitchFamily="18" charset="0"/>
            </a:endParaRPr>
          </a:p>
          <a:p>
            <a:pPr marL="742950" lvl="1" indent="-285750">
              <a:lnSpc>
                <a:spcPct val="107000"/>
              </a:lnSpc>
              <a:spcAft>
                <a:spcPts val="800"/>
              </a:spcAft>
              <a:buFont typeface="Courier New" panose="02070309020205020404" pitchFamily="49" charset="0"/>
              <a:buChar char="o"/>
            </a:pPr>
            <a:r>
              <a:rPr lang="en-US" sz="1100" kern="100" dirty="0">
                <a:effectLst/>
                <a:latin typeface="Aptos" panose="020B0004020202020204" pitchFamily="34" charset="0"/>
                <a:ea typeface="Aptos" panose="020B0004020202020204" pitchFamily="34" charset="0"/>
                <a:cs typeface="Times New Roman" panose="02020603050405020304" pitchFamily="18" charset="0"/>
              </a:rPr>
              <a:t>Evelien will explain in a bit why this was a bad idea.</a:t>
            </a:r>
            <a:endParaRPr lang="nl-BE" sz="1100" kern="1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8954E32A-327F-AF4B-8E1F-209FBF93D26D}" type="slidenum">
              <a:rPr lang="nl-NL" smtClean="0"/>
              <a:t>9</a:t>
            </a:fld>
            <a:endParaRPr lang="nl-NL"/>
          </a:p>
        </p:txBody>
      </p:sp>
    </p:spTree>
    <p:extLst>
      <p:ext uri="{BB962C8B-B14F-4D97-AF65-F5344CB8AC3E}">
        <p14:creationId xmlns:p14="http://schemas.microsoft.com/office/powerpoint/2010/main" val="165208831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42900" lvl="0" indent="-342900">
              <a:lnSpc>
                <a:spcPct val="107000"/>
              </a:lnSpc>
              <a:buFont typeface="Aptos" panose="020B0004020202020204" pitchFamily="34" charset="0"/>
              <a:buChar char="-"/>
            </a:pPr>
            <a:r>
              <a:rPr lang="en-US" sz="1100" kern="100" dirty="0">
                <a:effectLst/>
                <a:latin typeface="Aptos" panose="020B0004020202020204" pitchFamily="34" charset="0"/>
                <a:ea typeface="Aptos" panose="020B0004020202020204" pitchFamily="34" charset="0"/>
                <a:cs typeface="Times New Roman" panose="02020603050405020304" pitchFamily="18" charset="0"/>
              </a:rPr>
              <a:t>Silver data counts</a:t>
            </a:r>
            <a:endParaRPr lang="nl-BE" sz="1100" kern="100" dirty="0">
              <a:effectLst/>
              <a:latin typeface="Aptos" panose="020B0004020202020204" pitchFamily="34" charset="0"/>
              <a:ea typeface="Aptos" panose="020B0004020202020204" pitchFamily="34" charset="0"/>
              <a:cs typeface="Times New Roman" panose="02020603050405020304" pitchFamily="18" charset="0"/>
            </a:endParaRPr>
          </a:p>
          <a:p>
            <a:pPr marL="742950" lvl="1" indent="-285750">
              <a:lnSpc>
                <a:spcPct val="107000"/>
              </a:lnSpc>
              <a:buFont typeface="Courier New" panose="02070309020205020404" pitchFamily="49" charset="0"/>
              <a:buChar char="o"/>
            </a:pPr>
            <a:r>
              <a:rPr lang="en-US" sz="1100" kern="100" dirty="0">
                <a:effectLst/>
                <a:latin typeface="Aptos" panose="020B0004020202020204" pitchFamily="34" charset="0"/>
                <a:ea typeface="Aptos" panose="020B0004020202020204" pitchFamily="34" charset="0"/>
                <a:cs typeface="Times New Roman" panose="02020603050405020304" pitchFamily="18" charset="0"/>
              </a:rPr>
              <a:t>Here is an overview of how many silver datapoints were created this way</a:t>
            </a:r>
            <a:endParaRPr lang="nl-BE" sz="1100" kern="100" dirty="0">
              <a:effectLst/>
              <a:latin typeface="Aptos" panose="020B0004020202020204" pitchFamily="34" charset="0"/>
              <a:ea typeface="Aptos" panose="020B0004020202020204" pitchFamily="34" charset="0"/>
              <a:cs typeface="Times New Roman" panose="02020603050405020304" pitchFamily="18" charset="0"/>
            </a:endParaRPr>
          </a:p>
          <a:p>
            <a:pPr marL="742950" lvl="1" indent="-285750">
              <a:lnSpc>
                <a:spcPct val="107000"/>
              </a:lnSpc>
              <a:buFont typeface="Courier New" panose="02070309020205020404" pitchFamily="49" charset="0"/>
              <a:buChar char="o"/>
            </a:pPr>
            <a:r>
              <a:rPr lang="en-US" sz="1100" kern="100" dirty="0">
                <a:effectLst/>
                <a:latin typeface="Aptos" panose="020B0004020202020204" pitchFamily="34" charset="0"/>
                <a:ea typeface="Aptos" panose="020B0004020202020204" pitchFamily="34" charset="0"/>
                <a:cs typeface="Times New Roman" panose="02020603050405020304" pitchFamily="18" charset="0"/>
              </a:rPr>
              <a:t>Important things:</a:t>
            </a:r>
            <a:endParaRPr lang="nl-BE" sz="1100" kern="100" dirty="0">
              <a:effectLst/>
              <a:latin typeface="Aptos" panose="020B0004020202020204" pitchFamily="34" charset="0"/>
              <a:ea typeface="Aptos" panose="020B0004020202020204" pitchFamily="34" charset="0"/>
              <a:cs typeface="Times New Roman" panose="02020603050405020304" pitchFamily="18" charset="0"/>
            </a:endParaRPr>
          </a:p>
          <a:p>
            <a:pPr marL="1143000" lvl="2" indent="-228600">
              <a:lnSpc>
                <a:spcPct val="107000"/>
              </a:lnSpc>
              <a:buFont typeface="Wingdings" panose="05000000000000000000" pitchFamily="2" charset="2"/>
              <a:buChar char=""/>
            </a:pPr>
            <a:r>
              <a:rPr lang="en-US" sz="1100" kern="100" dirty="0">
                <a:effectLst/>
                <a:latin typeface="Aptos" panose="020B0004020202020204" pitchFamily="34" charset="0"/>
                <a:ea typeface="Aptos" panose="020B0004020202020204" pitchFamily="34" charset="0"/>
                <a:cs typeface="Times New Roman" panose="02020603050405020304" pitchFamily="18" charset="0"/>
              </a:rPr>
              <a:t>Still fairly small</a:t>
            </a:r>
            <a:endParaRPr lang="nl-BE" sz="1100" kern="100" dirty="0">
              <a:effectLst/>
              <a:latin typeface="Aptos" panose="020B0004020202020204" pitchFamily="34" charset="0"/>
              <a:ea typeface="Aptos" panose="020B0004020202020204" pitchFamily="34" charset="0"/>
              <a:cs typeface="Times New Roman" panose="02020603050405020304" pitchFamily="18" charset="0"/>
            </a:endParaRPr>
          </a:p>
          <a:p>
            <a:pPr marL="1143000" lvl="2" indent="-228600">
              <a:lnSpc>
                <a:spcPct val="107000"/>
              </a:lnSpc>
              <a:spcAft>
                <a:spcPts val="800"/>
              </a:spcAft>
              <a:buFont typeface="Wingdings" panose="05000000000000000000" pitchFamily="2" charset="2"/>
              <a:buChar char=""/>
            </a:pPr>
            <a:r>
              <a:rPr lang="en-US" sz="1100" kern="100" dirty="0">
                <a:effectLst/>
                <a:latin typeface="Aptos" panose="020B0004020202020204" pitchFamily="34" charset="0"/>
                <a:ea typeface="Aptos" panose="020B0004020202020204" pitchFamily="34" charset="0"/>
                <a:cs typeface="Times New Roman" panose="02020603050405020304" pitchFamily="18" charset="0"/>
              </a:rPr>
              <a:t>Also note that while all the mentions are unique, there is overlap in which entity they are linked to</a:t>
            </a:r>
            <a:endParaRPr lang="nl-BE" sz="1100" kern="1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8954E32A-327F-AF4B-8E1F-209FBF93D26D}" type="slidenum">
              <a:rPr lang="nl-NL" smtClean="0"/>
              <a:t>10</a:t>
            </a:fld>
            <a:endParaRPr lang="nl-NL"/>
          </a:p>
        </p:txBody>
      </p:sp>
    </p:spTree>
    <p:extLst>
      <p:ext uri="{BB962C8B-B14F-4D97-AF65-F5344CB8AC3E}">
        <p14:creationId xmlns:p14="http://schemas.microsoft.com/office/powerpoint/2010/main" val="24781002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en-US"/>
          </a:p>
        </p:txBody>
      </p:sp>
      <p:sp>
        <p:nvSpPr>
          <p:cNvPr id="4" name="Tijdelijke aanduiding voor dianummer 3"/>
          <p:cNvSpPr>
            <a:spLocks noGrp="1"/>
          </p:cNvSpPr>
          <p:nvPr>
            <p:ph type="sldNum" sz="quarter" idx="5"/>
          </p:nvPr>
        </p:nvSpPr>
        <p:spPr/>
        <p:txBody>
          <a:bodyPr/>
          <a:lstStyle/>
          <a:p>
            <a:fld id="{8954E32A-327F-AF4B-8E1F-209FBF93D26D}" type="slidenum">
              <a:rPr lang="nl-NL" smtClean="0"/>
              <a:t>11</a:t>
            </a:fld>
            <a:endParaRPr lang="nl-NL"/>
          </a:p>
        </p:txBody>
      </p:sp>
    </p:spTree>
    <p:extLst>
      <p:ext uri="{BB962C8B-B14F-4D97-AF65-F5344CB8AC3E}">
        <p14:creationId xmlns:p14="http://schemas.microsoft.com/office/powerpoint/2010/main" val="254780496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pPr marL="457200" indent="-457200">
              <a:buFont typeface="+mj-lt"/>
              <a:buAutoNum type="arabicPeriod"/>
            </a:pPr>
            <a:r>
              <a:rPr lang="en-US"/>
              <a:t>Is the full reference extracted from the </a:t>
            </a:r>
            <a:r>
              <a:rPr lang="en-US" i="1"/>
              <a:t>RE</a:t>
            </a:r>
            <a:r>
              <a:rPr lang="en-US"/>
              <a:t> </a:t>
            </a:r>
            <a:r>
              <a:rPr lang="en-US" i="1" err="1"/>
              <a:t>Volltext</a:t>
            </a:r>
            <a:r>
              <a:rPr lang="en-US"/>
              <a:t> in its entirety and correctly?</a:t>
            </a:r>
          </a:p>
          <a:p>
            <a:pPr>
              <a:lnSpc>
                <a:spcPct val="107000"/>
              </a:lnSpc>
              <a:spcAft>
                <a:spcPts val="800"/>
              </a:spcAft>
              <a:buNone/>
            </a:pPr>
            <a:r>
              <a:rPr lang="en-US"/>
              <a:t>For more than half of the cases, whether the correct passage was found or not, at least the full reference was correctly extracted from the RE </a:t>
            </a:r>
            <a:r>
              <a:rPr lang="en-US" err="1"/>
              <a:t>Volltext</a:t>
            </a:r>
            <a:r>
              <a:rPr lang="en-US"/>
              <a:t>. </a:t>
            </a:r>
            <a:r>
              <a:rPr lang="en-US" sz="1800" kern="100">
                <a:effectLst/>
                <a:latin typeface="Calibri" panose="020F0502020204030204" pitchFamily="34" charset="0"/>
                <a:ea typeface="Calibri" panose="020F0502020204030204" pitchFamily="34" charset="0"/>
                <a:cs typeface="Times New Roman" panose="02020603050405020304" pitchFamily="18" charset="0"/>
              </a:rPr>
              <a:t>Several causes for the passage not being found:</a:t>
            </a:r>
          </a:p>
          <a:p>
            <a:pPr marL="285750" marR="0" lvl="0" indent="-285750" algn="l" defTabSz="914400" rtl="0" eaLnBrk="1" fontAlgn="auto" latinLnBrk="0" hangingPunct="1">
              <a:lnSpc>
                <a:spcPct val="100000"/>
              </a:lnSpc>
              <a:spcBef>
                <a:spcPts val="0"/>
              </a:spcBef>
              <a:spcAft>
                <a:spcPts val="800"/>
              </a:spcAft>
              <a:buClrTx/>
              <a:buSzTx/>
              <a:buFont typeface="Arial" panose="020B0604020202020204" pitchFamily="34" charset="0"/>
              <a:buChar char="•"/>
              <a:tabLst/>
              <a:defRPr/>
            </a:pPr>
            <a:r>
              <a:rPr lang="en-US" sz="1800" kern="100">
                <a:effectLst/>
                <a:latin typeface="Calibri" panose="020F0502020204030204" pitchFamily="34" charset="0"/>
                <a:ea typeface="Calibri" panose="020F0502020204030204" pitchFamily="34" charset="0"/>
                <a:cs typeface="Times New Roman" panose="02020603050405020304" pitchFamily="18" charset="0"/>
              </a:rPr>
              <a:t>First, cited works with only a reference to the author, either due to references incompletely extracted or due to editorial choices of the RE, are impossible to link to a correct</a:t>
            </a:r>
            <a:r>
              <a:rPr lang="en-US" sz="1800" u="sng" kern="100">
                <a:solidFill>
                  <a:srgbClr val="0563C1"/>
                </a:solidFill>
                <a:effectLst/>
                <a:latin typeface="Calibri" panose="020F0502020204030204" pitchFamily="34" charset="0"/>
                <a:ea typeface="Calibri" panose="020F0502020204030204" pitchFamily="34" charset="0"/>
                <a:cs typeface="Times New Roman" panose="02020603050405020304" pitchFamily="18" charset="0"/>
              </a:rPr>
              <a:t> </a:t>
            </a:r>
            <a:r>
              <a:rPr lang="en-US" sz="1800" u="none" kern="100">
                <a:solidFill>
                  <a:srgbClr val="0563C1"/>
                </a:solidFill>
                <a:effectLst/>
                <a:latin typeface="Calibri" panose="020F0502020204030204" pitchFamily="34" charset="0"/>
                <a:ea typeface="Calibri" panose="020F0502020204030204" pitchFamily="34" charset="0"/>
                <a:cs typeface="Times New Roman" panose="02020603050405020304" pitchFamily="18" charset="0"/>
              </a:rPr>
              <a:t>passage: </a:t>
            </a:r>
            <a:r>
              <a:rPr kumimoji="0" lang="nl-NL" sz="1800" b="0" i="0" u="none" strike="noStrike" kern="100" cap="none" spc="0" normalizeH="0" baseline="0" noProof="0" err="1">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Examples</a:t>
            </a:r>
            <a:r>
              <a:rPr kumimoji="0" lang="nl-NL" sz="1800" b="0" i="0" u="none" strike="noStrike" kern="1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 </a:t>
            </a:r>
            <a:r>
              <a:rPr kumimoji="0" lang="en-US" sz="1800" b="0" i="0" u="none" strike="noStrike" kern="1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the reference in the </a:t>
            </a:r>
            <a:r>
              <a:rPr kumimoji="0" lang="en-US" sz="1800" b="0" i="1" u="none" strike="noStrike" kern="100" cap="none" spc="0" normalizeH="0" baseline="0" noProof="0" err="1">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Volltext</a:t>
            </a:r>
            <a:r>
              <a:rPr kumimoji="0" lang="en-US" sz="1800" b="0" i="1" u="none" strike="noStrike" kern="1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 </a:t>
            </a:r>
            <a:r>
              <a:rPr kumimoji="0" lang="en-US" sz="1800" b="0" i="0" u="none" strike="noStrike" kern="1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of </a:t>
            </a:r>
            <a:r>
              <a:rPr kumimoji="0" lang="en-US" sz="1800" b="0" i="0" u="sng" strike="noStrike" kern="100" cap="none" spc="0" normalizeH="0" baseline="0" noProof="0">
                <a:ln>
                  <a:noFill/>
                </a:ln>
                <a:solidFill>
                  <a:srgbClr val="0563C1"/>
                </a:solidFill>
                <a:effectLst/>
                <a:uLnTx/>
                <a:uFillTx/>
                <a:latin typeface="Calibri" panose="020F0502020204030204" pitchFamily="34" charset="0"/>
                <a:ea typeface="Calibri" panose="020F0502020204030204" pitchFamily="34" charset="0"/>
                <a:cs typeface="Times New Roman" panose="02020603050405020304" pitchFamily="18" charset="0"/>
                <a:hlinkClick r:id="rId3"/>
              </a:rPr>
              <a:t>Alexandros 32</a:t>
            </a:r>
            <a:r>
              <a:rPr kumimoji="0" lang="en-US" sz="1800" b="0" i="0" u="none" strike="noStrike" kern="1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 to “Appian. Mak. 9, 1” was extracted as “Appian.”, or in </a:t>
            </a:r>
            <a:r>
              <a:rPr kumimoji="0" lang="en-US" sz="1800" b="0" i="0" u="sng" strike="noStrike" kern="100" cap="none" spc="0" normalizeH="0" baseline="0" noProof="0">
                <a:ln>
                  <a:noFill/>
                </a:ln>
                <a:solidFill>
                  <a:srgbClr val="0563C1"/>
                </a:solidFill>
                <a:effectLst/>
                <a:uLnTx/>
                <a:uFillTx/>
                <a:latin typeface="Calibri" panose="020F0502020204030204" pitchFamily="34" charset="0"/>
                <a:ea typeface="Calibri" panose="020F0502020204030204" pitchFamily="34" charset="0"/>
                <a:cs typeface="Times New Roman" panose="02020603050405020304" pitchFamily="18" charset="0"/>
                <a:hlinkClick r:id="rId4"/>
              </a:rPr>
              <a:t>Philoxenos 5</a:t>
            </a:r>
            <a:r>
              <a:rPr kumimoji="0" lang="en-US" sz="1800" b="0" i="0" u="none" strike="noStrike" kern="1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 where the reference is simply “Ael.” </a:t>
            </a:r>
            <a:r>
              <a:rPr kumimoji="0" lang="nl-NL" sz="1800" b="0" i="0" u="none" strike="noStrike" kern="1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lang="en-US" sz="1800" u="none" kern="100">
              <a:effectLst/>
              <a:latin typeface="Calibri" panose="020F0502020204030204" pitchFamily="34" charset="0"/>
              <a:ea typeface="Calibri" panose="020F0502020204030204" pitchFamily="34" charset="0"/>
              <a:cs typeface="Times New Roman" panose="02020603050405020304" pitchFamily="18" charset="0"/>
            </a:endParaRPr>
          </a:p>
          <a:p>
            <a:pPr marL="285750" indent="-285750">
              <a:lnSpc>
                <a:spcPct val="107000"/>
              </a:lnSpc>
              <a:spcAft>
                <a:spcPts val="800"/>
              </a:spcAft>
              <a:buFont typeface="Arial" panose="020B0604020202020204" pitchFamily="34" charset="0"/>
              <a:buChar char="•"/>
            </a:pPr>
            <a:r>
              <a:rPr lang="en-US" sz="1800" kern="100">
                <a:effectLst/>
                <a:latin typeface="Calibri" panose="020F0502020204030204" pitchFamily="34" charset="0"/>
                <a:ea typeface="Calibri" panose="020F0502020204030204" pitchFamily="34" charset="0"/>
                <a:cs typeface="Times New Roman" panose="02020603050405020304" pitchFamily="18" charset="0"/>
              </a:rPr>
              <a:t>Differences in the citation system employed by the </a:t>
            </a:r>
            <a:r>
              <a:rPr lang="en-US" sz="1800" i="1" kern="100">
                <a:effectLst/>
                <a:latin typeface="Calibri" panose="020F0502020204030204" pitchFamily="34" charset="0"/>
                <a:ea typeface="Calibri" panose="020F0502020204030204" pitchFamily="34" charset="0"/>
                <a:cs typeface="Times New Roman" panose="02020603050405020304" pitchFamily="18" charset="0"/>
              </a:rPr>
              <a:t>RE </a:t>
            </a:r>
            <a:r>
              <a:rPr lang="en-US" sz="1800" kern="100">
                <a:effectLst/>
                <a:latin typeface="Calibri" panose="020F0502020204030204" pitchFamily="34" charset="0"/>
                <a:ea typeface="Calibri" panose="020F0502020204030204" pitchFamily="34" charset="0"/>
                <a:cs typeface="Times New Roman" panose="02020603050405020304" pitchFamily="18" charset="0"/>
              </a:rPr>
              <a:t>and the </a:t>
            </a:r>
            <a:r>
              <a:rPr lang="en-US" sz="1800" kern="100" err="1">
                <a:effectLst/>
                <a:latin typeface="Calibri" panose="020F0502020204030204" pitchFamily="34" charset="0"/>
                <a:ea typeface="Calibri" panose="020F0502020204030204" pitchFamily="34" charset="0"/>
                <a:cs typeface="Times New Roman" panose="02020603050405020304" pitchFamily="18" charset="0"/>
              </a:rPr>
              <a:t>GLAUx</a:t>
            </a:r>
            <a:r>
              <a:rPr lang="en-US" sz="1800" kern="100">
                <a:effectLst/>
                <a:latin typeface="Calibri" panose="020F0502020204030204" pitchFamily="34" charset="0"/>
                <a:ea typeface="Calibri" panose="020F0502020204030204" pitchFamily="34" charset="0"/>
                <a:cs typeface="Times New Roman" panose="02020603050405020304" pitchFamily="18" charset="0"/>
              </a:rPr>
              <a:t>, e.g. the </a:t>
            </a:r>
            <a:r>
              <a:rPr lang="en-US" sz="1800" i="1" kern="100">
                <a:effectLst/>
                <a:latin typeface="Calibri" panose="020F0502020204030204" pitchFamily="34" charset="0"/>
                <a:ea typeface="Calibri" panose="020F0502020204030204" pitchFamily="34" charset="0"/>
                <a:cs typeface="Times New Roman" panose="02020603050405020304" pitchFamily="18" charset="0"/>
              </a:rPr>
              <a:t>RE</a:t>
            </a:r>
            <a:r>
              <a:rPr lang="en-US" sz="1800" kern="100">
                <a:effectLst/>
                <a:latin typeface="Calibri" panose="020F0502020204030204" pitchFamily="34" charset="0"/>
                <a:ea typeface="Calibri" panose="020F0502020204030204" pitchFamily="34" charset="0"/>
                <a:cs typeface="Times New Roman" panose="02020603050405020304" pitchFamily="18" charset="0"/>
              </a:rPr>
              <a:t> uses of Casaubon pages for referencing in Strabo, where the </a:t>
            </a:r>
            <a:r>
              <a:rPr lang="en-US" sz="1800" kern="100" err="1">
                <a:effectLst/>
                <a:latin typeface="Calibri" panose="020F0502020204030204" pitchFamily="34" charset="0"/>
                <a:ea typeface="Calibri" panose="020F0502020204030204" pitchFamily="34" charset="0"/>
                <a:cs typeface="Times New Roman" panose="02020603050405020304" pitchFamily="18" charset="0"/>
              </a:rPr>
              <a:t>GLAUx</a:t>
            </a:r>
            <a:r>
              <a:rPr lang="en-US" sz="1800" kern="100">
                <a:effectLst/>
                <a:latin typeface="Calibri" panose="020F0502020204030204" pitchFamily="34" charset="0"/>
                <a:ea typeface="Calibri" panose="020F0502020204030204" pitchFamily="34" charset="0"/>
                <a:cs typeface="Times New Roman" panose="02020603050405020304" pitchFamily="18" charset="0"/>
              </a:rPr>
              <a:t> uses books, chapters and </a:t>
            </a:r>
            <a:r>
              <a:rPr lang="en-US" sz="1800" u="none" kern="100">
                <a:solidFill>
                  <a:srgbClr val="0563C1"/>
                </a:solidFill>
                <a:effectLst/>
                <a:latin typeface="Calibri" panose="020F0502020204030204" pitchFamily="34" charset="0"/>
                <a:ea typeface="Calibri" panose="020F0502020204030204" pitchFamily="34" charset="0"/>
                <a:cs typeface="Times New Roman" panose="02020603050405020304" pitchFamily="18" charset="0"/>
              </a:rPr>
              <a:t>sections: </a:t>
            </a:r>
            <a:r>
              <a:rPr lang="nl-NL" sz="1800" kern="100" err="1">
                <a:effectLst/>
                <a:latin typeface="Calibri" panose="020F0502020204030204" pitchFamily="34" charset="0"/>
                <a:ea typeface="Calibri" panose="020F0502020204030204" pitchFamily="34" charset="0"/>
                <a:cs typeface="Times New Roman" panose="02020603050405020304" pitchFamily="18" charset="0"/>
              </a:rPr>
              <a:t>Example</a:t>
            </a:r>
            <a:r>
              <a:rPr lang="nl-NL" sz="1800" kern="10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a:effectLst/>
                <a:latin typeface="Calibri" panose="020F0502020204030204" pitchFamily="34" charset="0"/>
                <a:ea typeface="Calibri" panose="020F0502020204030204" pitchFamily="34" charset="0"/>
                <a:cs typeface="Times New Roman" panose="02020603050405020304" pitchFamily="18" charset="0"/>
              </a:rPr>
              <a:t>e.g. </a:t>
            </a:r>
            <a:r>
              <a:rPr lang="en-US" sz="1800" u="sng" kern="100">
                <a:solidFill>
                  <a:srgbClr val="0563C1"/>
                </a:solidFill>
                <a:effectLst/>
                <a:latin typeface="Calibri" panose="020F0502020204030204" pitchFamily="34" charset="0"/>
                <a:ea typeface="Calibri" panose="020F0502020204030204" pitchFamily="34" charset="0"/>
                <a:cs typeface="Times New Roman" panose="02020603050405020304" pitchFamily="18" charset="0"/>
                <a:hlinkClick r:id="rId5"/>
              </a:rPr>
              <a:t>Sempronius 53</a:t>
            </a:r>
            <a:r>
              <a:rPr lang="en-US" sz="1800" kern="100">
                <a:effectLst/>
                <a:latin typeface="Calibri" panose="020F0502020204030204" pitchFamily="34" charset="0"/>
                <a:ea typeface="Calibri" panose="020F0502020204030204" pitchFamily="34" charset="0"/>
                <a:cs typeface="Times New Roman" panose="02020603050405020304" pitchFamily="18" charset="0"/>
              </a:rPr>
              <a:t> where 3.136 Casaubon should have been linked to book 3, section 1 which was not possible because the </a:t>
            </a:r>
            <a:r>
              <a:rPr lang="en-US" sz="1800" kern="100" err="1">
                <a:effectLst/>
                <a:latin typeface="Calibri" panose="020F0502020204030204" pitchFamily="34" charset="0"/>
                <a:ea typeface="Calibri" panose="020F0502020204030204" pitchFamily="34" charset="0"/>
                <a:cs typeface="Times New Roman" panose="02020603050405020304" pitchFamily="18" charset="0"/>
              </a:rPr>
              <a:t>GLAUx</a:t>
            </a:r>
            <a:r>
              <a:rPr lang="en-US" sz="1800" kern="100">
                <a:effectLst/>
                <a:latin typeface="Calibri" panose="020F0502020204030204" pitchFamily="34" charset="0"/>
                <a:ea typeface="Calibri" panose="020F0502020204030204" pitchFamily="34" charset="0"/>
                <a:cs typeface="Times New Roman" panose="02020603050405020304" pitchFamily="18" charset="0"/>
              </a:rPr>
              <a:t> does not record the Casaubon pages.</a:t>
            </a:r>
          </a:p>
          <a:p>
            <a:pPr marL="285750" indent="-285750">
              <a:lnSpc>
                <a:spcPct val="107000"/>
              </a:lnSpc>
              <a:spcAft>
                <a:spcPts val="800"/>
              </a:spcAft>
              <a:buFont typeface="Arial" panose="020B0604020202020204" pitchFamily="34" charset="0"/>
              <a:buChar char="•"/>
            </a:pPr>
            <a:r>
              <a:rPr lang="en-US" sz="1800" kern="100">
                <a:effectLst/>
                <a:latin typeface="Calibri" panose="020F0502020204030204" pitchFamily="34" charset="0"/>
                <a:ea typeface="Calibri" panose="020F0502020204030204" pitchFamily="34" charset="0"/>
                <a:cs typeface="Times New Roman" panose="02020603050405020304" pitchFamily="18" charset="0"/>
              </a:rPr>
              <a:t>in some cases the </a:t>
            </a:r>
            <a:r>
              <a:rPr lang="en-US" sz="1800" i="1" kern="100">
                <a:effectLst/>
                <a:latin typeface="Calibri" panose="020F0502020204030204" pitchFamily="34" charset="0"/>
                <a:ea typeface="Calibri" panose="020F0502020204030204" pitchFamily="34" charset="0"/>
                <a:cs typeface="Times New Roman" panose="02020603050405020304" pitchFamily="18" charset="0"/>
              </a:rPr>
              <a:t>RE</a:t>
            </a:r>
            <a:r>
              <a:rPr lang="en-US" sz="1800" kern="100">
                <a:effectLst/>
                <a:latin typeface="Calibri" panose="020F0502020204030204" pitchFamily="34" charset="0"/>
                <a:ea typeface="Calibri" panose="020F0502020204030204" pitchFamily="34" charset="0"/>
                <a:cs typeface="Times New Roman" panose="02020603050405020304" pitchFamily="18" charset="0"/>
              </a:rPr>
              <a:t> references a source where the individual identified by the article is not mentioned, but, for example, a person related to the individual is </a:t>
            </a:r>
            <a:r>
              <a:rPr lang="en-US" sz="1800" u="none" kern="100">
                <a:solidFill>
                  <a:srgbClr val="0563C1"/>
                </a:solidFill>
                <a:effectLst/>
                <a:latin typeface="Calibri" panose="020F0502020204030204" pitchFamily="34" charset="0"/>
                <a:ea typeface="Calibri" panose="020F0502020204030204" pitchFamily="34" charset="0"/>
                <a:cs typeface="Times New Roman" panose="02020603050405020304" pitchFamily="18" charset="0"/>
              </a:rPr>
              <a:t>referenced </a:t>
            </a:r>
            <a:r>
              <a:rPr lang="en-US" sz="1800" kern="100">
                <a:effectLst/>
                <a:latin typeface="Calibri" panose="020F0502020204030204" pitchFamily="34" charset="0"/>
                <a:ea typeface="Calibri" panose="020F0502020204030204" pitchFamily="34" charset="0"/>
                <a:cs typeface="Times New Roman" panose="02020603050405020304" pitchFamily="18" charset="0"/>
              </a:rPr>
              <a:t>or a story relevant to the individual is </a:t>
            </a:r>
            <a:r>
              <a:rPr lang="en-US" sz="1800" u="none" kern="100">
                <a:solidFill>
                  <a:srgbClr val="0563C1"/>
                </a:solidFill>
                <a:effectLst/>
                <a:latin typeface="Calibri" panose="020F0502020204030204" pitchFamily="34" charset="0"/>
                <a:ea typeface="Calibri" panose="020F0502020204030204" pitchFamily="34" charset="0"/>
                <a:cs typeface="Times New Roman" panose="02020603050405020304" pitchFamily="18" charset="0"/>
              </a:rPr>
              <a:t>narrated</a:t>
            </a:r>
            <a:r>
              <a:rPr lang="nl-NL" sz="1800" u="none" kern="100">
                <a:solidFill>
                  <a:srgbClr val="0563C1"/>
                </a:solidFill>
                <a:effectLst/>
                <a:latin typeface="Calibri" panose="020F0502020204030204" pitchFamily="34" charset="0"/>
                <a:ea typeface="Calibri" panose="020F0502020204030204" pitchFamily="34" charset="0"/>
                <a:cs typeface="Times New Roman" panose="02020603050405020304" pitchFamily="18" charset="0"/>
              </a:rPr>
              <a:t>, ie. </a:t>
            </a:r>
            <a:r>
              <a:rPr lang="nl-NL" sz="1800" u="none" kern="100" err="1">
                <a:solidFill>
                  <a:srgbClr val="0563C1"/>
                </a:solidFill>
                <a:effectLst/>
                <a:latin typeface="Calibri" panose="020F0502020204030204" pitchFamily="34" charset="0"/>
                <a:ea typeface="Calibri" panose="020F0502020204030204" pitchFamily="34" charset="0"/>
                <a:cs typeface="Times New Roman" panose="02020603050405020304" pitchFamily="18" charset="0"/>
              </a:rPr>
              <a:t>Volltexts</a:t>
            </a:r>
            <a:r>
              <a:rPr lang="nl-NL" sz="1800" u="none" kern="100">
                <a:solidFill>
                  <a:srgbClr val="0563C1"/>
                </a:solidFill>
                <a:effectLst/>
                <a:latin typeface="Calibri" panose="020F0502020204030204" pitchFamily="34" charset="0"/>
                <a:ea typeface="Calibri" panose="020F0502020204030204" pitchFamily="34" charset="0"/>
                <a:cs typeface="Times New Roman" panose="02020603050405020304" pitchFamily="18" charset="0"/>
              </a:rPr>
              <a:t> </a:t>
            </a:r>
            <a:r>
              <a:rPr lang="nl-NL" sz="1800" u="none" kern="100" err="1">
                <a:solidFill>
                  <a:srgbClr val="0563C1"/>
                </a:solidFill>
                <a:effectLst/>
                <a:latin typeface="Calibri" panose="020F0502020204030204" pitchFamily="34" charset="0"/>
                <a:ea typeface="Calibri" panose="020F0502020204030204" pitchFamily="34" charset="0"/>
                <a:cs typeface="Times New Roman" panose="02020603050405020304" pitchFamily="18" charset="0"/>
              </a:rPr>
              <a:t>contain</a:t>
            </a:r>
            <a:r>
              <a:rPr lang="nl-NL" sz="1800" u="none" kern="100">
                <a:solidFill>
                  <a:srgbClr val="0563C1"/>
                </a:solidFill>
                <a:effectLst/>
                <a:latin typeface="Calibri" panose="020F0502020204030204" pitchFamily="34" charset="0"/>
                <a:ea typeface="Calibri" panose="020F0502020204030204" pitchFamily="34" charset="0"/>
                <a:cs typeface="Times New Roman" panose="02020603050405020304" pitchFamily="18" charset="0"/>
              </a:rPr>
              <a:t> multiple </a:t>
            </a:r>
            <a:r>
              <a:rPr lang="nl-NL" sz="1800" u="none" kern="100" err="1">
                <a:solidFill>
                  <a:srgbClr val="0563C1"/>
                </a:solidFill>
                <a:effectLst/>
                <a:latin typeface="Calibri" panose="020F0502020204030204" pitchFamily="34" charset="0"/>
                <a:ea typeface="Calibri" panose="020F0502020204030204" pitchFamily="34" charset="0"/>
                <a:cs typeface="Times New Roman" panose="02020603050405020304" pitchFamily="18" charset="0"/>
              </a:rPr>
              <a:t>individuals</a:t>
            </a:r>
            <a:r>
              <a:rPr lang="nl-NL" sz="1800" u="none" kern="100">
                <a:solidFill>
                  <a:srgbClr val="0563C1"/>
                </a:solidFill>
                <a:effectLst/>
                <a:latin typeface="Calibri" panose="020F0502020204030204" pitchFamily="34" charset="0"/>
                <a:ea typeface="Calibri" panose="020F0502020204030204" pitchFamily="34" charset="0"/>
                <a:cs typeface="Times New Roman" panose="02020603050405020304" pitchFamily="18" charset="0"/>
              </a:rPr>
              <a:t> </a:t>
            </a:r>
            <a:r>
              <a:rPr lang="nl-NL" sz="1800" u="none" kern="100" err="1">
                <a:solidFill>
                  <a:srgbClr val="0563C1"/>
                </a:solidFill>
                <a:effectLst/>
                <a:latin typeface="Calibri" panose="020F0502020204030204" pitchFamily="34" charset="0"/>
                <a:ea typeface="Calibri" panose="020F0502020204030204" pitchFamily="34" charset="0"/>
                <a:cs typeface="Times New Roman" panose="02020603050405020304" pitchFamily="18" charset="0"/>
              </a:rPr>
              <a:t>and</a:t>
            </a:r>
            <a:r>
              <a:rPr lang="nl-NL" sz="1800" u="none" kern="100">
                <a:solidFill>
                  <a:srgbClr val="0563C1"/>
                </a:solidFill>
                <a:effectLst/>
                <a:latin typeface="Calibri" panose="020F0502020204030204" pitchFamily="34" charset="0"/>
                <a:ea typeface="Calibri" panose="020F0502020204030204" pitchFamily="34" charset="0"/>
                <a:cs typeface="Times New Roman" panose="02020603050405020304" pitchFamily="18" charset="0"/>
              </a:rPr>
              <a:t> multiple </a:t>
            </a:r>
            <a:r>
              <a:rPr lang="nl-NL" sz="1800" u="none" kern="100" err="1">
                <a:solidFill>
                  <a:srgbClr val="0563C1"/>
                </a:solidFill>
                <a:effectLst/>
                <a:latin typeface="Calibri" panose="020F0502020204030204" pitchFamily="34" charset="0"/>
                <a:ea typeface="Calibri" panose="020F0502020204030204" pitchFamily="34" charset="0"/>
                <a:cs typeface="Times New Roman" panose="02020603050405020304" pitchFamily="18" charset="0"/>
              </a:rPr>
              <a:t>individuals</a:t>
            </a:r>
            <a:r>
              <a:rPr lang="nl-NL" sz="1800" u="none" kern="100">
                <a:solidFill>
                  <a:srgbClr val="0563C1"/>
                </a:solidFill>
                <a:effectLst/>
                <a:latin typeface="Calibri" panose="020F0502020204030204" pitchFamily="34" charset="0"/>
                <a:ea typeface="Calibri" panose="020F0502020204030204" pitchFamily="34" charset="0"/>
                <a:cs typeface="Times New Roman" panose="02020603050405020304" pitchFamily="18" charset="0"/>
              </a:rPr>
              <a:t> </a:t>
            </a:r>
            <a:r>
              <a:rPr lang="nl-NL" sz="1800" u="none" kern="100" err="1">
                <a:solidFill>
                  <a:srgbClr val="0563C1"/>
                </a:solidFill>
                <a:effectLst/>
                <a:latin typeface="Calibri" panose="020F0502020204030204" pitchFamily="34" charset="0"/>
                <a:ea typeface="Calibri" panose="020F0502020204030204" pitchFamily="34" charset="0"/>
                <a:cs typeface="Times New Roman" panose="02020603050405020304" pitchFamily="18" charset="0"/>
              </a:rPr>
              <a:t>can</a:t>
            </a:r>
            <a:r>
              <a:rPr lang="nl-NL" sz="1800" u="none" kern="100">
                <a:solidFill>
                  <a:srgbClr val="0563C1"/>
                </a:solidFill>
                <a:effectLst/>
                <a:latin typeface="Calibri" panose="020F0502020204030204" pitchFamily="34" charset="0"/>
                <a:ea typeface="Calibri" panose="020F0502020204030204" pitchFamily="34" charset="0"/>
                <a:cs typeface="Times New Roman" panose="02020603050405020304" pitchFamily="18" charset="0"/>
              </a:rPr>
              <a:t> </a:t>
            </a:r>
            <a:r>
              <a:rPr lang="nl-NL" sz="1800" u="none" kern="100" err="1">
                <a:solidFill>
                  <a:srgbClr val="0563C1"/>
                </a:solidFill>
                <a:effectLst/>
                <a:latin typeface="Calibri" panose="020F0502020204030204" pitchFamily="34" charset="0"/>
                <a:ea typeface="Calibri" panose="020F0502020204030204" pitchFamily="34" charset="0"/>
                <a:cs typeface="Times New Roman" panose="02020603050405020304" pitchFamily="18" charset="0"/>
              </a:rPr>
              <a:t>thus</a:t>
            </a:r>
            <a:r>
              <a:rPr lang="nl-NL" sz="1800" u="none" kern="100">
                <a:solidFill>
                  <a:srgbClr val="0563C1"/>
                </a:solidFill>
                <a:effectLst/>
                <a:latin typeface="Calibri" panose="020F0502020204030204" pitchFamily="34" charset="0"/>
                <a:ea typeface="Calibri" panose="020F0502020204030204" pitchFamily="34" charset="0"/>
                <a:cs typeface="Times New Roman" panose="02020603050405020304" pitchFamily="18" charset="0"/>
              </a:rPr>
              <a:t> </a:t>
            </a:r>
            <a:r>
              <a:rPr lang="nl-NL" sz="1800" u="none" kern="100" err="1">
                <a:solidFill>
                  <a:srgbClr val="0563C1"/>
                </a:solidFill>
                <a:effectLst/>
                <a:latin typeface="Calibri" panose="020F0502020204030204" pitchFamily="34" charset="0"/>
                <a:ea typeface="Calibri" panose="020F0502020204030204" pitchFamily="34" charset="0"/>
                <a:cs typeface="Times New Roman" panose="02020603050405020304" pitchFamily="18" charset="0"/>
              </a:rPr>
              <a:t>be</a:t>
            </a:r>
            <a:r>
              <a:rPr lang="nl-NL" sz="1800" u="none" kern="100">
                <a:solidFill>
                  <a:srgbClr val="0563C1"/>
                </a:solidFill>
                <a:effectLst/>
                <a:latin typeface="Calibri" panose="020F0502020204030204" pitchFamily="34" charset="0"/>
                <a:ea typeface="Calibri" panose="020F0502020204030204" pitchFamily="34" charset="0"/>
                <a:cs typeface="Times New Roman" panose="02020603050405020304" pitchFamily="18" charset="0"/>
              </a:rPr>
              <a:t> </a:t>
            </a:r>
            <a:r>
              <a:rPr lang="nl-NL" sz="1800" u="none" kern="100" err="1">
                <a:solidFill>
                  <a:srgbClr val="0563C1"/>
                </a:solidFill>
                <a:effectLst/>
                <a:latin typeface="Calibri" panose="020F0502020204030204" pitchFamily="34" charset="0"/>
                <a:ea typeface="Calibri" panose="020F0502020204030204" pitchFamily="34" charset="0"/>
                <a:cs typeface="Times New Roman" panose="02020603050405020304" pitchFamily="18" charset="0"/>
              </a:rPr>
              <a:t>references</a:t>
            </a:r>
            <a:r>
              <a:rPr lang="nl-NL" sz="1800" u="none" kern="100">
                <a:solidFill>
                  <a:srgbClr val="0563C1"/>
                </a:solidFill>
                <a:effectLst/>
                <a:latin typeface="Calibri" panose="020F0502020204030204" pitchFamily="34" charset="0"/>
                <a:ea typeface="Calibri" panose="020F0502020204030204" pitchFamily="34" charset="0"/>
                <a:cs typeface="Times New Roman" panose="02020603050405020304" pitchFamily="18" charset="0"/>
              </a:rPr>
              <a:t>: </a:t>
            </a:r>
            <a:r>
              <a:rPr lang="nl-NL" sz="1800" kern="10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a:effectLst/>
                <a:latin typeface="Calibri" panose="020F0502020204030204" pitchFamily="34" charset="0"/>
                <a:ea typeface="Calibri" panose="020F0502020204030204" pitchFamily="34" charset="0"/>
                <a:cs typeface="Times New Roman" panose="02020603050405020304" pitchFamily="18" charset="0"/>
              </a:rPr>
              <a:t>e.g. in </a:t>
            </a:r>
            <a:r>
              <a:rPr lang="en-US" sz="1800" u="sng" kern="100">
                <a:solidFill>
                  <a:srgbClr val="0563C1"/>
                </a:solidFill>
                <a:effectLst/>
                <a:latin typeface="Calibri" panose="020F0502020204030204" pitchFamily="34" charset="0"/>
                <a:ea typeface="Calibri" panose="020F0502020204030204" pitchFamily="34" charset="0"/>
                <a:cs typeface="Times New Roman" panose="02020603050405020304" pitchFamily="18" charset="0"/>
                <a:hlinkClick r:id="rId6"/>
              </a:rPr>
              <a:t>Dionysios 30</a:t>
            </a:r>
            <a:r>
              <a:rPr lang="en-US" sz="1800" kern="100">
                <a:effectLst/>
                <a:latin typeface="Calibri" panose="020F0502020204030204" pitchFamily="34" charset="0"/>
                <a:ea typeface="Calibri" panose="020F0502020204030204" pitchFamily="34" charset="0"/>
                <a:cs typeface="Times New Roman" panose="02020603050405020304" pitchFamily="18" charset="0"/>
              </a:rPr>
              <a:t>, the reference to “</a:t>
            </a:r>
            <a:r>
              <a:rPr lang="en-US" sz="1800" kern="100" err="1">
                <a:effectLst/>
                <a:latin typeface="Calibri" panose="020F0502020204030204" pitchFamily="34" charset="0"/>
                <a:ea typeface="Calibri" panose="020F0502020204030204" pitchFamily="34" charset="0"/>
                <a:cs typeface="Times New Roman" panose="02020603050405020304" pitchFamily="18" charset="0"/>
              </a:rPr>
              <a:t>Demosth</a:t>
            </a:r>
            <a:r>
              <a:rPr lang="en-US" sz="1800" kern="100">
                <a:effectLst/>
                <a:latin typeface="Calibri" panose="020F0502020204030204" pitchFamily="34" charset="0"/>
                <a:ea typeface="Calibri" panose="020F0502020204030204" pitchFamily="34" charset="0"/>
                <a:cs typeface="Times New Roman" panose="02020603050405020304" pitchFamily="18" charset="0"/>
              </a:rPr>
              <a:t>. XXI 64” actually concerns his son “</a:t>
            </a:r>
            <a:r>
              <a:rPr lang="el-GR" sz="1800" kern="100">
                <a:effectLst/>
                <a:latin typeface="Calibri" panose="020F0502020204030204" pitchFamily="34" charset="0"/>
                <a:ea typeface="Calibri" panose="020F0502020204030204" pitchFamily="34" charset="0"/>
                <a:cs typeface="Times New Roman" panose="02020603050405020304" pitchFamily="18" charset="0"/>
              </a:rPr>
              <a:t>Φιλόστρατος Κολωνῆθεν</a:t>
            </a:r>
            <a:r>
              <a:rPr lang="en-US" sz="1800" kern="100">
                <a:effectLst/>
                <a:latin typeface="Calibri" panose="020F0502020204030204" pitchFamily="34" charset="0"/>
                <a:ea typeface="Calibri" panose="020F0502020204030204" pitchFamily="34" charset="0"/>
                <a:cs typeface="Times New Roman" panose="02020603050405020304" pitchFamily="18" charset="0"/>
              </a:rPr>
              <a:t>”,  in </a:t>
            </a:r>
            <a:r>
              <a:rPr lang="en-US" sz="1800" u="sng" kern="100" err="1">
                <a:solidFill>
                  <a:srgbClr val="0563C1"/>
                </a:solidFill>
                <a:effectLst/>
                <a:latin typeface="Calibri" panose="020F0502020204030204" pitchFamily="34" charset="0"/>
                <a:ea typeface="Calibri" panose="020F0502020204030204" pitchFamily="34" charset="0"/>
                <a:cs typeface="Times New Roman" panose="02020603050405020304" pitchFamily="18" charset="0"/>
                <a:hlinkClick r:id="rId7"/>
              </a:rPr>
              <a:t>Alkmaion</a:t>
            </a:r>
            <a:r>
              <a:rPr lang="en-US" sz="1800" u="sng" kern="100">
                <a:solidFill>
                  <a:srgbClr val="0563C1"/>
                </a:solidFill>
                <a:effectLst/>
                <a:latin typeface="Calibri" panose="020F0502020204030204" pitchFamily="34" charset="0"/>
                <a:ea typeface="Calibri" panose="020F0502020204030204" pitchFamily="34" charset="0"/>
                <a:cs typeface="Times New Roman" panose="02020603050405020304" pitchFamily="18" charset="0"/>
                <a:hlinkClick r:id="rId7"/>
              </a:rPr>
              <a:t> 3</a:t>
            </a:r>
            <a:r>
              <a:rPr lang="en-US" sz="1800" kern="100">
                <a:effectLst/>
                <a:latin typeface="Calibri" panose="020F0502020204030204" pitchFamily="34" charset="0"/>
                <a:ea typeface="Calibri" panose="020F0502020204030204" pitchFamily="34" charset="0"/>
                <a:cs typeface="Times New Roman" panose="02020603050405020304" pitchFamily="18" charset="0"/>
              </a:rPr>
              <a:t>, the reference to “Herod. I 19” does contain a story relevant to </a:t>
            </a:r>
            <a:r>
              <a:rPr lang="en-US" sz="1800" kern="100" err="1">
                <a:effectLst/>
                <a:latin typeface="Calibri" panose="020F0502020204030204" pitchFamily="34" charset="0"/>
                <a:ea typeface="Calibri" panose="020F0502020204030204" pitchFamily="34" charset="0"/>
                <a:cs typeface="Times New Roman" panose="02020603050405020304" pitchFamily="18" charset="0"/>
              </a:rPr>
              <a:t>Alkmaion</a:t>
            </a:r>
            <a:r>
              <a:rPr lang="en-US" sz="1800" kern="100">
                <a:effectLst/>
                <a:latin typeface="Calibri" panose="020F0502020204030204" pitchFamily="34" charset="0"/>
                <a:ea typeface="Calibri" panose="020F0502020204030204" pitchFamily="34" charset="0"/>
                <a:cs typeface="Times New Roman" panose="02020603050405020304" pitchFamily="18" charset="0"/>
              </a:rPr>
              <a:t>, but he is not mentioned by name).</a:t>
            </a:r>
            <a:endParaRPr lang="nl-BE" sz="1800" kern="100">
              <a:effectLst/>
              <a:latin typeface="Calibri" panose="020F0502020204030204" pitchFamily="34" charset="0"/>
              <a:ea typeface="Calibri" panose="020F0502020204030204" pitchFamily="34" charset="0"/>
              <a:cs typeface="Times New Roman" panose="02020603050405020304" pitchFamily="18" charset="0"/>
            </a:endParaRPr>
          </a:p>
          <a:p>
            <a:pPr marL="0" indent="0">
              <a:buFont typeface="+mj-lt"/>
              <a:buNone/>
            </a:pPr>
            <a:endParaRPr lang="en-US"/>
          </a:p>
          <a:p>
            <a:pPr marL="0" indent="0">
              <a:buFont typeface="+mj-lt"/>
              <a:buNone/>
            </a:pPr>
            <a:r>
              <a:rPr lang="en-US"/>
              <a:t>2. Does the passage of the </a:t>
            </a:r>
            <a:r>
              <a:rPr lang="en-US" i="1" err="1"/>
              <a:t>GLAUx</a:t>
            </a:r>
            <a:r>
              <a:rPr lang="en-US"/>
              <a:t> of the retrieved mention match the reference from the </a:t>
            </a:r>
            <a:r>
              <a:rPr lang="en-US" i="1"/>
              <a:t>RE</a:t>
            </a:r>
            <a:r>
              <a:rPr lang="en-US"/>
              <a:t>?</a:t>
            </a:r>
          </a:p>
          <a:p>
            <a:pPr marL="0" indent="0">
              <a:buFont typeface="+mj-lt"/>
              <a:buNone/>
            </a:pPr>
            <a:r>
              <a:rPr lang="en-US"/>
              <a:t>The next step, linking the reference to the correct </a:t>
            </a:r>
            <a:r>
              <a:rPr lang="en-US" err="1"/>
              <a:t>GLAUx</a:t>
            </a:r>
            <a:r>
              <a:rPr lang="en-US"/>
              <a:t> identifier: the low number of correct mentions identified for “passage not found” is in the majority of cases the result of sampling for the evaluation. As all mentions of the individual in the text will be annotated with the link, the correct mention will also be annotated but all others as well. Of the 8 cases mentioned in this table, for 4 cases the lemma only occurred once in the source text and thus no other mentions than the correct one could have been annotated.</a:t>
            </a:r>
          </a:p>
          <a:p>
            <a:pPr marL="0" indent="0">
              <a:buFont typeface="+mj-lt"/>
              <a:buNone/>
            </a:pPr>
            <a:endParaRPr lang="en-US"/>
          </a:p>
          <a:p>
            <a:pPr marL="0" indent="0">
              <a:buFont typeface="+mj-lt"/>
              <a:buNone/>
            </a:pPr>
            <a:r>
              <a:rPr lang="en-US"/>
              <a:t>3. Is the established link correct, i.e. is the individual identified in the </a:t>
            </a:r>
            <a:r>
              <a:rPr lang="en-US" i="1"/>
              <a:t>RE</a:t>
            </a:r>
            <a:r>
              <a:rPr lang="en-US"/>
              <a:t> article the individual mentioned in the text?</a:t>
            </a:r>
          </a:p>
          <a:p>
            <a:pPr marL="0" indent="0">
              <a:buFont typeface="+mj-lt"/>
              <a:buNone/>
            </a:pPr>
            <a:r>
              <a:rPr lang="en-US"/>
              <a:t>Where the passage is found, almost all were linked correctly. The two cases that were not linked correctly were due to a mistake in the RE and because of the reference being incorrectly extracted. Where the passage is found, less than half of the cases have been linked correctly, this is caused by many same named individuals present in the texts which proves that the “less-than-50” approach was in fact a less than ideal rule to use.</a:t>
            </a:r>
          </a:p>
        </p:txBody>
      </p:sp>
      <p:sp>
        <p:nvSpPr>
          <p:cNvPr id="4" name="Tijdelijke aanduiding voor dianummer 3"/>
          <p:cNvSpPr>
            <a:spLocks noGrp="1"/>
          </p:cNvSpPr>
          <p:nvPr>
            <p:ph type="sldNum" sz="quarter" idx="5"/>
          </p:nvPr>
        </p:nvSpPr>
        <p:spPr/>
        <p:txBody>
          <a:bodyPr/>
          <a:lstStyle/>
          <a:p>
            <a:fld id="{8954E32A-327F-AF4B-8E1F-209FBF93D26D}" type="slidenum">
              <a:rPr lang="nl-NL" smtClean="0"/>
              <a:t>12</a:t>
            </a:fld>
            <a:endParaRPr lang="nl-NL"/>
          </a:p>
        </p:txBody>
      </p:sp>
    </p:spTree>
    <p:extLst>
      <p:ext uri="{BB962C8B-B14F-4D97-AF65-F5344CB8AC3E}">
        <p14:creationId xmlns:p14="http://schemas.microsoft.com/office/powerpoint/2010/main" val="339741653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I’ve noticed that I tend to lose people at this stage, so I’m going to briefly summarizes the main points to take away</a:t>
            </a:r>
          </a:p>
          <a:p>
            <a:pPr marL="171450" indent="-171450">
              <a:buFontTx/>
              <a:buChar char="-"/>
            </a:pPr>
            <a:r>
              <a:rPr lang="en-US" dirty="0"/>
              <a:t>1) the </a:t>
            </a:r>
            <a:r>
              <a:rPr lang="en-US" dirty="0" err="1"/>
              <a:t>biencoder</a:t>
            </a:r>
            <a:r>
              <a:rPr lang="en-US" dirty="0"/>
              <a:t> is shallow and fast. It compares your entity mention to the entire knowledge base and picks out the top k most likely ones. Its performance is evaluated on whether or not it is able to include the correct entity in this top k. Our top k is 64. </a:t>
            </a:r>
          </a:p>
          <a:p>
            <a:pPr marL="171450" indent="-171450">
              <a:buFontTx/>
              <a:buChar char="-"/>
            </a:pPr>
            <a:r>
              <a:rPr lang="en-US" dirty="0"/>
              <a:t>2) the </a:t>
            </a:r>
            <a:r>
              <a:rPr lang="en-US" dirty="0" err="1"/>
              <a:t>crossencoder</a:t>
            </a:r>
            <a:r>
              <a:rPr lang="en-US" dirty="0"/>
              <a:t> is deep and slow, takes the top 64 from the </a:t>
            </a:r>
            <a:r>
              <a:rPr lang="en-US" dirty="0" err="1"/>
              <a:t>biencoder</a:t>
            </a:r>
            <a:r>
              <a:rPr lang="en-US" dirty="0"/>
              <a:t> and makes the final decision.</a:t>
            </a:r>
            <a:endParaRPr lang="nl-BE" dirty="0"/>
          </a:p>
        </p:txBody>
      </p:sp>
      <p:sp>
        <p:nvSpPr>
          <p:cNvPr id="4" name="Slide Number Placeholder 3"/>
          <p:cNvSpPr>
            <a:spLocks noGrp="1"/>
          </p:cNvSpPr>
          <p:nvPr>
            <p:ph type="sldNum" sz="quarter" idx="5"/>
          </p:nvPr>
        </p:nvSpPr>
        <p:spPr/>
        <p:txBody>
          <a:bodyPr/>
          <a:lstStyle/>
          <a:p>
            <a:fld id="{8954E32A-327F-AF4B-8E1F-209FBF93D26D}" type="slidenum">
              <a:rPr lang="nl-NL" smtClean="0"/>
              <a:t>13</a:t>
            </a:fld>
            <a:endParaRPr lang="nl-NL"/>
          </a:p>
        </p:txBody>
      </p:sp>
    </p:spTree>
    <p:extLst>
      <p:ext uri="{BB962C8B-B14F-4D97-AF65-F5344CB8AC3E}">
        <p14:creationId xmlns:p14="http://schemas.microsoft.com/office/powerpoint/2010/main" val="336541420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schematic straight from the BLINK paper to make it more clear.</a:t>
            </a:r>
            <a:endParaRPr lang="nl-BE" dirty="0"/>
          </a:p>
        </p:txBody>
      </p:sp>
      <p:sp>
        <p:nvSpPr>
          <p:cNvPr id="4" name="Slide Number Placeholder 3"/>
          <p:cNvSpPr>
            <a:spLocks noGrp="1"/>
          </p:cNvSpPr>
          <p:nvPr>
            <p:ph type="sldNum" sz="quarter" idx="5"/>
          </p:nvPr>
        </p:nvSpPr>
        <p:spPr/>
        <p:txBody>
          <a:bodyPr/>
          <a:lstStyle/>
          <a:p>
            <a:fld id="{8954E32A-327F-AF4B-8E1F-209FBF93D26D}" type="slidenum">
              <a:rPr lang="nl-NL" smtClean="0"/>
              <a:t>14</a:t>
            </a:fld>
            <a:endParaRPr lang="nl-NL"/>
          </a:p>
        </p:txBody>
      </p:sp>
    </p:spTree>
    <p:extLst>
      <p:ext uri="{BB962C8B-B14F-4D97-AF65-F5344CB8AC3E}">
        <p14:creationId xmlns:p14="http://schemas.microsoft.com/office/powerpoint/2010/main" val="309253971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original BLINK model works with English BERT, but that wouldn’t work to link Ancient Greek to German, therefore I swapped the underlying transformer models to multilingual ones that contained Ancient Greek. For this test, I tested two possible ones: Philberta and UGARIT Greek alignment. We also had two settings: one where I included the </a:t>
            </a:r>
            <a:r>
              <a:rPr lang="en-US" dirty="0" err="1"/>
              <a:t>volltexts</a:t>
            </a:r>
            <a:r>
              <a:rPr lang="en-US" dirty="0"/>
              <a:t>, and one only the </a:t>
            </a:r>
            <a:r>
              <a:rPr lang="en-US" dirty="0" err="1"/>
              <a:t>kurztext</a:t>
            </a:r>
            <a:r>
              <a:rPr lang="en-US" dirty="0"/>
              <a:t> were used</a:t>
            </a:r>
            <a:br>
              <a:rPr lang="en-US" dirty="0"/>
            </a:br>
            <a:r>
              <a:rPr lang="en-US" dirty="0"/>
              <a:t>Hyperparameters for the TAP if anyone is curious</a:t>
            </a:r>
          </a:p>
          <a:p>
            <a:r>
              <a:rPr lang="en-US" dirty="0" err="1"/>
              <a:t>Philberta</a:t>
            </a:r>
            <a:r>
              <a:rPr lang="en-US" dirty="0"/>
              <a:t>:</a:t>
            </a:r>
          </a:p>
          <a:p>
            <a:r>
              <a:rPr lang="en-US" dirty="0"/>
              <a:t>The following hyperparameters were used during training:</a:t>
            </a:r>
          </a:p>
          <a:p>
            <a:r>
              <a:rPr lang="en-US" dirty="0"/>
              <a:t>- </a:t>
            </a:r>
            <a:r>
              <a:rPr lang="en-US" dirty="0" err="1"/>
              <a:t>learning_rate</a:t>
            </a:r>
            <a:r>
              <a:rPr lang="en-US" dirty="0"/>
              <a:t>: 5e-05</a:t>
            </a:r>
          </a:p>
          <a:p>
            <a:r>
              <a:rPr lang="en-US" dirty="0"/>
              <a:t>- </a:t>
            </a:r>
            <a:r>
              <a:rPr lang="en-US" dirty="0" err="1"/>
              <a:t>train_batch_size</a:t>
            </a:r>
            <a:r>
              <a:rPr lang="en-US" dirty="0"/>
              <a:t>: 16</a:t>
            </a:r>
          </a:p>
          <a:p>
            <a:r>
              <a:rPr lang="en-US" dirty="0"/>
              <a:t>- </a:t>
            </a:r>
            <a:r>
              <a:rPr lang="en-US" dirty="0" err="1"/>
              <a:t>eval_batch_size</a:t>
            </a:r>
            <a:r>
              <a:rPr lang="en-US" dirty="0"/>
              <a:t>: 16</a:t>
            </a:r>
          </a:p>
          <a:p>
            <a:r>
              <a:rPr lang="en-US" dirty="0"/>
              <a:t>- seed: 42</a:t>
            </a:r>
          </a:p>
          <a:p>
            <a:r>
              <a:rPr lang="en-US" dirty="0"/>
              <a:t>- optimizer: Adam with betas=(0.9,0.999) and epsilon=1e-08</a:t>
            </a:r>
          </a:p>
          <a:p>
            <a:r>
              <a:rPr lang="en-US" dirty="0"/>
              <a:t>- </a:t>
            </a:r>
            <a:r>
              <a:rPr lang="en-US" dirty="0" err="1"/>
              <a:t>lr_scheduler_type</a:t>
            </a:r>
            <a:r>
              <a:rPr lang="en-US" dirty="0"/>
              <a:t>: linear</a:t>
            </a:r>
          </a:p>
          <a:p>
            <a:pPr marL="171450" indent="-171450">
              <a:buFontTx/>
              <a:buChar char="-"/>
            </a:pPr>
            <a:r>
              <a:rPr lang="en-US" dirty="0" err="1"/>
              <a:t>num_epochs</a:t>
            </a:r>
            <a:r>
              <a:rPr lang="en-US" dirty="0"/>
              <a:t>: 3.0</a:t>
            </a:r>
          </a:p>
          <a:p>
            <a:pPr marL="171450" indent="-171450">
              <a:buFontTx/>
              <a:buChar char="-"/>
            </a:pPr>
            <a:r>
              <a:rPr lang="en-US" dirty="0"/>
              <a:t>Perplexity: 5.45620114512306,</a:t>
            </a:r>
          </a:p>
          <a:p>
            <a:pPr marL="0" indent="0">
              <a:buFontTx/>
              <a:buNone/>
            </a:pPr>
            <a:r>
              <a:rPr lang="en-US" dirty="0"/>
              <a:t>UGARIT</a:t>
            </a:r>
          </a:p>
          <a:p>
            <a:pPr marL="0" indent="0">
              <a:buFontTx/>
              <a:buNone/>
            </a:pPr>
            <a:r>
              <a:rPr lang="en-US" dirty="0"/>
              <a:t>The following hyperparameters were used during training:</a:t>
            </a:r>
          </a:p>
          <a:p>
            <a:pPr marL="0" indent="0">
              <a:buFontTx/>
              <a:buNone/>
            </a:pPr>
            <a:r>
              <a:rPr lang="en-US" dirty="0"/>
              <a:t>- </a:t>
            </a:r>
            <a:r>
              <a:rPr lang="en-US" dirty="0" err="1"/>
              <a:t>learning_rate</a:t>
            </a:r>
            <a:r>
              <a:rPr lang="en-US" dirty="0"/>
              <a:t>: 5e-05</a:t>
            </a:r>
          </a:p>
          <a:p>
            <a:pPr marL="0" indent="0">
              <a:buFontTx/>
              <a:buNone/>
            </a:pPr>
            <a:r>
              <a:rPr lang="en-US" dirty="0"/>
              <a:t>- </a:t>
            </a:r>
            <a:r>
              <a:rPr lang="en-US" dirty="0" err="1"/>
              <a:t>train_batch_size</a:t>
            </a:r>
            <a:r>
              <a:rPr lang="en-US" dirty="0"/>
              <a:t>: 8</a:t>
            </a:r>
          </a:p>
          <a:p>
            <a:pPr marL="0" indent="0">
              <a:buFontTx/>
              <a:buNone/>
            </a:pPr>
            <a:r>
              <a:rPr lang="en-US" dirty="0"/>
              <a:t>- </a:t>
            </a:r>
            <a:r>
              <a:rPr lang="en-US" dirty="0" err="1"/>
              <a:t>eval_batch_size</a:t>
            </a:r>
            <a:r>
              <a:rPr lang="en-US" dirty="0"/>
              <a:t>: 8</a:t>
            </a:r>
          </a:p>
          <a:p>
            <a:pPr marL="0" indent="0">
              <a:buFontTx/>
              <a:buNone/>
            </a:pPr>
            <a:r>
              <a:rPr lang="en-US" dirty="0"/>
              <a:t>- seed: 42</a:t>
            </a:r>
          </a:p>
          <a:p>
            <a:pPr marL="0" indent="0">
              <a:buFontTx/>
              <a:buNone/>
            </a:pPr>
            <a:r>
              <a:rPr lang="en-US" dirty="0"/>
              <a:t>- optimizer: Adam with betas=(0.9,0.999) and epsilon=1e-08</a:t>
            </a:r>
          </a:p>
          <a:p>
            <a:pPr marL="0" indent="0">
              <a:buFontTx/>
              <a:buNone/>
            </a:pPr>
            <a:r>
              <a:rPr lang="en-US" dirty="0"/>
              <a:t>- </a:t>
            </a:r>
            <a:r>
              <a:rPr lang="en-US" dirty="0" err="1"/>
              <a:t>lr_scheduler_type</a:t>
            </a:r>
            <a:r>
              <a:rPr lang="en-US" dirty="0"/>
              <a:t>: linear</a:t>
            </a:r>
          </a:p>
          <a:p>
            <a:pPr marL="171450" indent="-171450">
              <a:buFontTx/>
              <a:buChar char="-"/>
            </a:pPr>
            <a:r>
              <a:rPr lang="en-US" dirty="0" err="1"/>
              <a:t>num_epochs</a:t>
            </a:r>
            <a:r>
              <a:rPr lang="en-US" dirty="0"/>
              <a:t>: 3.0</a:t>
            </a:r>
          </a:p>
          <a:p>
            <a:pPr marL="171450" indent="-171450">
              <a:buFontTx/>
              <a:buChar char="-"/>
            </a:pPr>
            <a:r>
              <a:rPr lang="en-US" dirty="0"/>
              <a:t>Perplexity:  1.6398580020140954,</a:t>
            </a:r>
          </a:p>
          <a:p>
            <a:endParaRPr lang="nl-BE" dirty="0"/>
          </a:p>
        </p:txBody>
      </p:sp>
      <p:sp>
        <p:nvSpPr>
          <p:cNvPr id="4" name="Date Placeholder 3"/>
          <p:cNvSpPr>
            <a:spLocks noGrp="1"/>
          </p:cNvSpPr>
          <p:nvPr>
            <p:ph type="dt" idx="1"/>
          </p:nvPr>
        </p:nvSpPr>
        <p:spPr/>
        <p:txBody>
          <a:bodyPr/>
          <a:lstStyle/>
          <a:p>
            <a:r>
              <a:rPr lang="nl-NL"/>
              <a:t>6-6-2024</a:t>
            </a:r>
          </a:p>
        </p:txBody>
      </p:sp>
      <p:sp>
        <p:nvSpPr>
          <p:cNvPr id="5" name="Slide Number Placeholder 4"/>
          <p:cNvSpPr>
            <a:spLocks noGrp="1"/>
          </p:cNvSpPr>
          <p:nvPr>
            <p:ph type="sldNum" sz="quarter" idx="5"/>
          </p:nvPr>
        </p:nvSpPr>
        <p:spPr/>
        <p:txBody>
          <a:bodyPr/>
          <a:lstStyle/>
          <a:p>
            <a:fld id="{8954E32A-327F-AF4B-8E1F-209FBF93D26D}" type="slidenum">
              <a:rPr lang="nl-NL" smtClean="0"/>
              <a:t>15</a:t>
            </a:fld>
            <a:endParaRPr lang="nl-NL"/>
          </a:p>
        </p:txBody>
      </p:sp>
    </p:spTree>
    <p:extLst>
      <p:ext uri="{BB962C8B-B14F-4D97-AF65-F5344CB8AC3E}">
        <p14:creationId xmlns:p14="http://schemas.microsoft.com/office/powerpoint/2010/main" val="428730206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Glaukos</a:t>
            </a:r>
            <a:r>
              <a:rPr lang="en-US" dirty="0"/>
              <a:t> 34 = </a:t>
            </a:r>
            <a:r>
              <a:rPr lang="el-GR" sz="1800" dirty="0">
                <a:solidFill>
                  <a:srgbClr val="282828"/>
                </a:solidFill>
                <a:latin typeface="Helvetica Neue"/>
              </a:rPr>
              <a:t>Γλαῦκος Ὀλύμπιος Ἀχαιο</a:t>
            </a:r>
            <a:endParaRPr lang="en-US" sz="1800" dirty="0">
              <a:solidFill>
                <a:srgbClr val="282828"/>
              </a:solidFill>
              <a:latin typeface="Helvetica Neue"/>
            </a:endParaRPr>
          </a:p>
          <a:p>
            <a:r>
              <a:rPr lang="en-US" sz="1800" dirty="0">
                <a:solidFill>
                  <a:srgbClr val="282828"/>
                </a:solidFill>
                <a:latin typeface="Helvetica Neue"/>
              </a:rPr>
              <a:t>We basically use an id-version of the lemma to </a:t>
            </a:r>
          </a:p>
          <a:p>
            <a:r>
              <a:rPr lang="en-US" sz="1800" dirty="0">
                <a:solidFill>
                  <a:srgbClr val="282828"/>
                </a:solidFill>
                <a:latin typeface="Helvetica Neue"/>
              </a:rPr>
              <a:t>Random selection if more than 64.</a:t>
            </a:r>
            <a:endParaRPr lang="nl-BE" dirty="0"/>
          </a:p>
        </p:txBody>
      </p:sp>
      <p:sp>
        <p:nvSpPr>
          <p:cNvPr id="4" name="Date Placeholder 3"/>
          <p:cNvSpPr>
            <a:spLocks noGrp="1"/>
          </p:cNvSpPr>
          <p:nvPr>
            <p:ph type="dt" idx="1"/>
          </p:nvPr>
        </p:nvSpPr>
        <p:spPr/>
        <p:txBody>
          <a:bodyPr/>
          <a:lstStyle/>
          <a:p>
            <a:r>
              <a:rPr lang="nl-NL"/>
              <a:t>6-6-2024</a:t>
            </a:r>
          </a:p>
        </p:txBody>
      </p:sp>
      <p:sp>
        <p:nvSpPr>
          <p:cNvPr id="5" name="Slide Number Placeholder 4"/>
          <p:cNvSpPr>
            <a:spLocks noGrp="1"/>
          </p:cNvSpPr>
          <p:nvPr>
            <p:ph type="sldNum" sz="quarter" idx="5"/>
          </p:nvPr>
        </p:nvSpPr>
        <p:spPr/>
        <p:txBody>
          <a:bodyPr/>
          <a:lstStyle/>
          <a:p>
            <a:fld id="{8954E32A-327F-AF4B-8E1F-209FBF93D26D}" type="slidenum">
              <a:rPr lang="nl-NL" smtClean="0"/>
              <a:t>16</a:t>
            </a:fld>
            <a:endParaRPr lang="nl-NL"/>
          </a:p>
        </p:txBody>
      </p:sp>
    </p:spTree>
    <p:extLst>
      <p:ext uri="{BB962C8B-B14F-4D97-AF65-F5344CB8AC3E}">
        <p14:creationId xmlns:p14="http://schemas.microsoft.com/office/powerpoint/2010/main" val="34641764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018A9E-A91F-AD84-4A1C-C637FC4132B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5A5640E-42CD-C084-7955-5FD9DC2186F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87372A1-084A-D880-34DF-8018DA377F79}"/>
              </a:ext>
            </a:extLst>
          </p:cNvPr>
          <p:cNvSpPr>
            <a:spLocks noGrp="1"/>
          </p:cNvSpPr>
          <p:nvPr>
            <p:ph type="body" idx="1"/>
          </p:nvPr>
        </p:nvSpPr>
        <p:spPr/>
        <p:txBody>
          <a:bodyPr/>
          <a:lstStyle/>
          <a:p>
            <a:r>
              <a:rPr lang="en-US" dirty="0"/>
              <a:t>Long story short: it’s not good. Accuracy drops a lot on new data. The model doesn’t generalize well.</a:t>
            </a:r>
            <a:endParaRPr lang="nl-BE" dirty="0"/>
          </a:p>
        </p:txBody>
      </p:sp>
      <p:sp>
        <p:nvSpPr>
          <p:cNvPr id="4" name="Slide Number Placeholder 3">
            <a:extLst>
              <a:ext uri="{FF2B5EF4-FFF2-40B4-BE49-F238E27FC236}">
                <a16:creationId xmlns:a16="http://schemas.microsoft.com/office/drawing/2014/main" id="{330710FC-29E6-A60D-734B-E9363B50A514}"/>
              </a:ext>
            </a:extLst>
          </p:cNvPr>
          <p:cNvSpPr>
            <a:spLocks noGrp="1"/>
          </p:cNvSpPr>
          <p:nvPr>
            <p:ph type="sldNum" sz="quarter" idx="5"/>
          </p:nvPr>
        </p:nvSpPr>
        <p:spPr/>
        <p:txBody>
          <a:bodyPr/>
          <a:lstStyle/>
          <a:p>
            <a:fld id="{8954E32A-327F-AF4B-8E1F-209FBF93D26D}" type="slidenum">
              <a:rPr lang="nl-NL" smtClean="0"/>
              <a:t>17</a:t>
            </a:fld>
            <a:endParaRPr lang="nl-NL"/>
          </a:p>
        </p:txBody>
      </p:sp>
    </p:spTree>
    <p:extLst>
      <p:ext uri="{BB962C8B-B14F-4D97-AF65-F5344CB8AC3E}">
        <p14:creationId xmlns:p14="http://schemas.microsoft.com/office/powerpoint/2010/main" val="384752836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Famous author test for completeness sake</a:t>
            </a:r>
            <a:endParaRPr lang="nl-BE" dirty="0"/>
          </a:p>
        </p:txBody>
      </p:sp>
      <p:sp>
        <p:nvSpPr>
          <p:cNvPr id="4" name="Slide Number Placeholder 3"/>
          <p:cNvSpPr>
            <a:spLocks noGrp="1"/>
          </p:cNvSpPr>
          <p:nvPr>
            <p:ph type="sldNum" sz="quarter" idx="5"/>
          </p:nvPr>
        </p:nvSpPr>
        <p:spPr/>
        <p:txBody>
          <a:bodyPr/>
          <a:lstStyle/>
          <a:p>
            <a:fld id="{8954E32A-327F-AF4B-8E1F-209FBF93D26D}" type="slidenum">
              <a:rPr lang="nl-NL" smtClean="0"/>
              <a:t>18</a:t>
            </a:fld>
            <a:endParaRPr lang="nl-NL"/>
          </a:p>
        </p:txBody>
      </p:sp>
    </p:spTree>
    <p:extLst>
      <p:ext uri="{BB962C8B-B14F-4D97-AF65-F5344CB8AC3E}">
        <p14:creationId xmlns:p14="http://schemas.microsoft.com/office/powerpoint/2010/main" val="249766418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nl-BE" dirty="0"/>
          </a:p>
        </p:txBody>
      </p:sp>
      <p:sp>
        <p:nvSpPr>
          <p:cNvPr id="4" name="Slide Number Placeholder 3"/>
          <p:cNvSpPr>
            <a:spLocks noGrp="1"/>
          </p:cNvSpPr>
          <p:nvPr>
            <p:ph type="sldNum" sz="quarter" idx="5"/>
          </p:nvPr>
        </p:nvSpPr>
        <p:spPr/>
        <p:txBody>
          <a:bodyPr/>
          <a:lstStyle/>
          <a:p>
            <a:fld id="{8954E32A-327F-AF4B-8E1F-209FBF93D26D}" type="slidenum">
              <a:rPr lang="nl-NL" smtClean="0"/>
              <a:t>19</a:t>
            </a:fld>
            <a:endParaRPr lang="nl-NL"/>
          </a:p>
        </p:txBody>
      </p:sp>
    </p:spTree>
    <p:extLst>
      <p:ext uri="{BB962C8B-B14F-4D97-AF65-F5344CB8AC3E}">
        <p14:creationId xmlns:p14="http://schemas.microsoft.com/office/powerpoint/2010/main" val="379649031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Also note that now we don’t really have anything to test generalization anymore, so we made sure that all the entities were unique in every split. We end up with just as much data as before.</a:t>
            </a:r>
            <a:endParaRPr lang="nl-BE" dirty="0"/>
          </a:p>
        </p:txBody>
      </p:sp>
      <p:sp>
        <p:nvSpPr>
          <p:cNvPr id="4" name="Slide Number Placeholder 3"/>
          <p:cNvSpPr>
            <a:spLocks noGrp="1"/>
          </p:cNvSpPr>
          <p:nvPr>
            <p:ph type="sldNum" sz="quarter" idx="5"/>
          </p:nvPr>
        </p:nvSpPr>
        <p:spPr/>
        <p:txBody>
          <a:bodyPr/>
          <a:lstStyle/>
          <a:p>
            <a:fld id="{8954E32A-327F-AF4B-8E1F-209FBF93D26D}" type="slidenum">
              <a:rPr lang="nl-NL" smtClean="0"/>
              <a:t>20</a:t>
            </a:fld>
            <a:endParaRPr lang="nl-NL"/>
          </a:p>
        </p:txBody>
      </p:sp>
    </p:spTree>
    <p:extLst>
      <p:ext uri="{BB962C8B-B14F-4D97-AF65-F5344CB8AC3E}">
        <p14:creationId xmlns:p14="http://schemas.microsoft.com/office/powerpoint/2010/main" val="372470223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But the results are still not great, worse even.</a:t>
            </a:r>
            <a:endParaRPr lang="nl-BE" dirty="0"/>
          </a:p>
        </p:txBody>
      </p:sp>
      <p:sp>
        <p:nvSpPr>
          <p:cNvPr id="4" name="Slide Number Placeholder 3"/>
          <p:cNvSpPr>
            <a:spLocks noGrp="1"/>
          </p:cNvSpPr>
          <p:nvPr>
            <p:ph type="sldNum" sz="quarter" idx="5"/>
          </p:nvPr>
        </p:nvSpPr>
        <p:spPr/>
        <p:txBody>
          <a:bodyPr/>
          <a:lstStyle/>
          <a:p>
            <a:fld id="{8954E32A-327F-AF4B-8E1F-209FBF93D26D}" type="slidenum">
              <a:rPr lang="nl-NL" smtClean="0"/>
              <a:t>21</a:t>
            </a:fld>
            <a:endParaRPr lang="nl-NL"/>
          </a:p>
        </p:txBody>
      </p:sp>
    </p:spTree>
    <p:extLst>
      <p:ext uri="{BB962C8B-B14F-4D97-AF65-F5344CB8AC3E}">
        <p14:creationId xmlns:p14="http://schemas.microsoft.com/office/powerpoint/2010/main" val="394461663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Although a lot remains to be done, there are a few conclusions.</a:t>
            </a:r>
          </a:p>
          <a:p>
            <a:r>
              <a:rPr lang="en-US" dirty="0"/>
              <a:t>For the </a:t>
            </a:r>
            <a:r>
              <a:rPr lang="en-US" dirty="0" err="1"/>
              <a:t>biencoder</a:t>
            </a:r>
            <a:r>
              <a:rPr lang="en-US" dirty="0"/>
              <a:t>: more data = better results</a:t>
            </a:r>
          </a:p>
          <a:p>
            <a:r>
              <a:rPr lang="en-US" dirty="0"/>
              <a:t>For the </a:t>
            </a:r>
            <a:r>
              <a:rPr lang="en-US" dirty="0" err="1"/>
              <a:t>crossencoder</a:t>
            </a:r>
            <a:r>
              <a:rPr lang="en-US" dirty="0"/>
              <a:t>: </a:t>
            </a:r>
            <a:r>
              <a:rPr lang="en-US" dirty="0" err="1"/>
              <a:t>Volltext</a:t>
            </a:r>
            <a:r>
              <a:rPr lang="en-US" dirty="0"/>
              <a:t> = better results</a:t>
            </a:r>
          </a:p>
          <a:p>
            <a:r>
              <a:rPr lang="en-US" dirty="0"/>
              <a:t>Context alone likely not enough</a:t>
            </a:r>
          </a:p>
          <a:p>
            <a:pPr lvl="1"/>
            <a:r>
              <a:rPr lang="en-US" dirty="0"/>
              <a:t>Adding domain knowledge?</a:t>
            </a:r>
          </a:p>
          <a:p>
            <a:r>
              <a:rPr lang="en-US" dirty="0"/>
              <a:t>Qualitative analysis</a:t>
            </a:r>
          </a:p>
          <a:p>
            <a:r>
              <a:rPr lang="en-US" dirty="0"/>
              <a:t>Hyperparameter optimization</a:t>
            </a:r>
          </a:p>
          <a:p>
            <a:r>
              <a:rPr lang="en-US" dirty="0"/>
              <a:t>Add Latin</a:t>
            </a:r>
          </a:p>
          <a:p>
            <a:endParaRPr lang="nl-BE" dirty="0"/>
          </a:p>
        </p:txBody>
      </p:sp>
      <p:sp>
        <p:nvSpPr>
          <p:cNvPr id="4" name="Slide Number Placeholder 3"/>
          <p:cNvSpPr>
            <a:spLocks noGrp="1"/>
          </p:cNvSpPr>
          <p:nvPr>
            <p:ph type="sldNum" sz="quarter" idx="5"/>
          </p:nvPr>
        </p:nvSpPr>
        <p:spPr/>
        <p:txBody>
          <a:bodyPr/>
          <a:lstStyle/>
          <a:p>
            <a:fld id="{8954E32A-327F-AF4B-8E1F-209FBF93D26D}" type="slidenum">
              <a:rPr lang="nl-NL" smtClean="0"/>
              <a:t>22</a:t>
            </a:fld>
            <a:endParaRPr lang="nl-NL"/>
          </a:p>
        </p:txBody>
      </p:sp>
    </p:spTree>
    <p:extLst>
      <p:ext uri="{BB962C8B-B14F-4D97-AF65-F5344CB8AC3E}">
        <p14:creationId xmlns:p14="http://schemas.microsoft.com/office/powerpoint/2010/main" val="65330085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eldia">
    <p:spTree>
      <p:nvGrpSpPr>
        <p:cNvPr id="1" name=""/>
        <p:cNvGrpSpPr/>
        <p:nvPr/>
      </p:nvGrpSpPr>
      <p:grpSpPr>
        <a:xfrm>
          <a:off x="0" y="0"/>
          <a:ext cx="0" cy="0"/>
          <a:chOff x="0" y="0"/>
          <a:chExt cx="0" cy="0"/>
        </a:xfrm>
      </p:grpSpPr>
      <p:sp>
        <p:nvSpPr>
          <p:cNvPr id="7" name="Rechthoek 6"/>
          <p:cNvSpPr/>
          <p:nvPr userDrawn="1"/>
        </p:nvSpPr>
        <p:spPr>
          <a:xfrm>
            <a:off x="0" y="0"/>
            <a:ext cx="121932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nl-BE"/>
          </a:p>
        </p:txBody>
      </p:sp>
      <p:sp>
        <p:nvSpPr>
          <p:cNvPr id="10" name="Rechthoek 9"/>
          <p:cNvSpPr/>
          <p:nvPr userDrawn="1"/>
        </p:nvSpPr>
        <p:spPr>
          <a:xfrm>
            <a:off x="0" y="648000"/>
            <a:ext cx="12193200" cy="6210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nl-BE"/>
          </a:p>
        </p:txBody>
      </p:sp>
      <p:sp>
        <p:nvSpPr>
          <p:cNvPr id="8" name="Rechthoek 7"/>
          <p:cNvSpPr/>
          <p:nvPr userDrawn="1"/>
        </p:nvSpPr>
        <p:spPr>
          <a:xfrm>
            <a:off x="0" y="647998"/>
            <a:ext cx="12193200" cy="44568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nl-BE"/>
          </a:p>
        </p:txBody>
      </p:sp>
      <p:pic>
        <p:nvPicPr>
          <p:cNvPr id="9" name="Afbeelding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60000" y="360000"/>
            <a:ext cx="2018135" cy="720000"/>
          </a:xfrm>
          <a:prstGeom prst="rect">
            <a:avLst/>
          </a:prstGeom>
        </p:spPr>
      </p:pic>
      <p:sp>
        <p:nvSpPr>
          <p:cNvPr id="2" name="Titel 1"/>
          <p:cNvSpPr>
            <a:spLocks noGrp="1"/>
          </p:cNvSpPr>
          <p:nvPr>
            <p:ph type="ctrTitle"/>
          </p:nvPr>
        </p:nvSpPr>
        <p:spPr>
          <a:xfrm>
            <a:off x="575999" y="1080000"/>
            <a:ext cx="6096524" cy="4024798"/>
          </a:xfrm>
        </p:spPr>
        <p:txBody>
          <a:bodyPr anchor="ctr" anchorCtr="0">
            <a:normAutofit/>
          </a:bodyPr>
          <a:lstStyle>
            <a:lvl1pPr algn="l">
              <a:defRPr sz="4000" baseline="0">
                <a:solidFill>
                  <a:schemeClr val="bg1"/>
                </a:solidFill>
              </a:defRPr>
            </a:lvl1pPr>
          </a:lstStyle>
          <a:p>
            <a:r>
              <a:rPr lang="en-US"/>
              <a:t>Click to edit Master title style</a:t>
            </a:r>
            <a:endParaRPr lang="nl-NL"/>
          </a:p>
        </p:txBody>
      </p:sp>
      <p:sp>
        <p:nvSpPr>
          <p:cNvPr id="3" name="Ondertitel 2"/>
          <p:cNvSpPr>
            <a:spLocks noGrp="1"/>
          </p:cNvSpPr>
          <p:nvPr>
            <p:ph type="subTitle" idx="1"/>
          </p:nvPr>
        </p:nvSpPr>
        <p:spPr>
          <a:xfrm>
            <a:off x="575999" y="5392801"/>
            <a:ext cx="6096524" cy="730188"/>
          </a:xfrm>
        </p:spPr>
        <p:txBody>
          <a:bodyPr lIns="0" tIns="0" rIns="0" bIns="0"/>
          <a:lstStyle>
            <a:lvl1pPr marL="0" indent="0" algn="l">
              <a:buNone/>
              <a:defRPr sz="2400" baseline="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nl-NL"/>
          </a:p>
        </p:txBody>
      </p:sp>
      <p:sp>
        <p:nvSpPr>
          <p:cNvPr id="5" name="Picture Placeholder 4"/>
          <p:cNvSpPr>
            <a:spLocks noGrp="1"/>
          </p:cNvSpPr>
          <p:nvPr>
            <p:ph type="pic" sz="quarter" idx="10"/>
          </p:nvPr>
        </p:nvSpPr>
        <p:spPr>
          <a:xfrm>
            <a:off x="7248525" y="1654175"/>
            <a:ext cx="4368673" cy="4468813"/>
          </a:xfrm>
        </p:spPr>
        <p:txBody>
          <a:bodyPr/>
          <a:lstStyle/>
          <a:p>
            <a:r>
              <a:rPr lang="en-US"/>
              <a:t>Click icon to add picture</a:t>
            </a:r>
            <a:endParaRPr lang="nl-NL"/>
          </a:p>
        </p:txBody>
      </p:sp>
    </p:spTree>
    <p:extLst>
      <p:ext uri="{BB962C8B-B14F-4D97-AF65-F5344CB8AC3E}">
        <p14:creationId xmlns:p14="http://schemas.microsoft.com/office/powerpoint/2010/main" val="4008479855"/>
      </p:ext>
    </p:extLst>
  </p:cSld>
  <p:clrMapOvr>
    <a:masterClrMapping/>
  </p:clrMapOvr>
  <p:extLst>
    <p:ext uri="{DCECCB84-F9BA-43D5-87BE-67443E8EF086}">
      <p15:sldGuideLst xmlns:p15="http://schemas.microsoft.com/office/powerpoint/2012/main">
        <p15:guide id="1" orient="horz" pos="1026">
          <p15:clr>
            <a:srgbClr val="FBAE40"/>
          </p15:clr>
        </p15:guide>
        <p15:guide id="2" pos="4203">
          <p15:clr>
            <a:srgbClr val="FBAE40"/>
          </p15:clr>
        </p15:guide>
        <p15:guide id="3" orient="horz" pos="3974">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el en object">
    <p:spTree>
      <p:nvGrpSpPr>
        <p:cNvPr id="1" name=""/>
        <p:cNvGrpSpPr/>
        <p:nvPr/>
      </p:nvGrpSpPr>
      <p:grpSpPr>
        <a:xfrm>
          <a:off x="0" y="0"/>
          <a:ext cx="0" cy="0"/>
          <a:chOff x="0" y="0"/>
          <a:chExt cx="0" cy="0"/>
        </a:xfrm>
      </p:grpSpPr>
      <p:sp>
        <p:nvSpPr>
          <p:cNvPr id="3" name="Tijdelijke aanduiding voor inhoud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nl-NL"/>
          </a:p>
        </p:txBody>
      </p:sp>
      <p:sp>
        <p:nvSpPr>
          <p:cNvPr id="4" name="Tijdelijke aanduiding voor datum 3"/>
          <p:cNvSpPr>
            <a:spLocks noGrp="1"/>
          </p:cNvSpPr>
          <p:nvPr>
            <p:ph type="dt" sz="half" idx="10"/>
          </p:nvPr>
        </p:nvSpPr>
        <p:spPr/>
        <p:txBody>
          <a:bodyPr/>
          <a:lstStyle/>
          <a:p>
            <a:r>
              <a:rPr lang="nl-BE"/>
              <a:t>04/06/2025</a:t>
            </a:r>
            <a:endParaRPr lang="nl-NL"/>
          </a:p>
        </p:txBody>
      </p:sp>
      <p:sp>
        <p:nvSpPr>
          <p:cNvPr id="5" name="Tijdelijke aanduiding voor voettekst 4"/>
          <p:cNvSpPr>
            <a:spLocks noGrp="1"/>
          </p:cNvSpPr>
          <p:nvPr>
            <p:ph type="ftr" sz="quarter" idx="11"/>
          </p:nvPr>
        </p:nvSpPr>
        <p:spPr/>
        <p:txBody>
          <a:bodyPr/>
          <a:lstStyle/>
          <a:p>
            <a:r>
              <a:rPr lang="nl-NL"/>
              <a:t>NIKAW</a:t>
            </a:r>
          </a:p>
        </p:txBody>
      </p:sp>
      <p:sp>
        <p:nvSpPr>
          <p:cNvPr id="6" name="Tijdelijke aanduiding voor dianummer 5"/>
          <p:cNvSpPr>
            <a:spLocks noGrp="1"/>
          </p:cNvSpPr>
          <p:nvPr>
            <p:ph type="sldNum" sz="quarter" idx="12"/>
          </p:nvPr>
        </p:nvSpPr>
        <p:spPr/>
        <p:txBody>
          <a:bodyPr/>
          <a:lstStyle/>
          <a:p>
            <a:fld id="{0A297500-7527-634B-90F4-69D0994C32B4}" type="slidenum">
              <a:rPr lang="nl-NL" smtClean="0"/>
              <a:t>‹#›</a:t>
            </a:fld>
            <a:endParaRPr lang="nl-NL"/>
          </a:p>
        </p:txBody>
      </p:sp>
      <p:sp>
        <p:nvSpPr>
          <p:cNvPr id="2" name="Titel 1"/>
          <p:cNvSpPr>
            <a:spLocks noGrp="1"/>
          </p:cNvSpPr>
          <p:nvPr>
            <p:ph type="title"/>
          </p:nvPr>
        </p:nvSpPr>
        <p:spPr/>
        <p:txBody>
          <a:bodyPr/>
          <a:lstStyle/>
          <a:p>
            <a:r>
              <a:rPr lang="nl-NL"/>
              <a:t>Klik om de stijl te bewerken</a:t>
            </a:r>
          </a:p>
        </p:txBody>
      </p:sp>
    </p:spTree>
    <p:extLst>
      <p:ext uri="{BB962C8B-B14F-4D97-AF65-F5344CB8AC3E}">
        <p14:creationId xmlns:p14="http://schemas.microsoft.com/office/powerpoint/2010/main" val="30602582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ekop">
    <p:spTree>
      <p:nvGrpSpPr>
        <p:cNvPr id="1" name=""/>
        <p:cNvGrpSpPr/>
        <p:nvPr/>
      </p:nvGrpSpPr>
      <p:grpSpPr>
        <a:xfrm>
          <a:off x="0" y="0"/>
          <a:ext cx="0" cy="0"/>
          <a:chOff x="0" y="0"/>
          <a:chExt cx="0" cy="0"/>
        </a:xfrm>
      </p:grpSpPr>
      <p:sp>
        <p:nvSpPr>
          <p:cNvPr id="7" name="Rechthoek 6"/>
          <p:cNvSpPr/>
          <p:nvPr userDrawn="1"/>
        </p:nvSpPr>
        <p:spPr>
          <a:xfrm>
            <a:off x="0" y="0"/>
            <a:ext cx="12193200" cy="620756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nl-BE"/>
          </a:p>
        </p:txBody>
      </p:sp>
      <p:sp>
        <p:nvSpPr>
          <p:cNvPr id="2" name="Titel 1"/>
          <p:cNvSpPr>
            <a:spLocks noGrp="1"/>
          </p:cNvSpPr>
          <p:nvPr>
            <p:ph type="title"/>
          </p:nvPr>
        </p:nvSpPr>
        <p:spPr>
          <a:xfrm>
            <a:off x="575999" y="1800000"/>
            <a:ext cx="6096524" cy="2386800"/>
          </a:xfrm>
        </p:spPr>
        <p:txBody>
          <a:bodyPr anchor="b"/>
          <a:lstStyle>
            <a:lvl1pPr>
              <a:defRPr sz="4000" baseline="0">
                <a:solidFill>
                  <a:schemeClr val="tx2"/>
                </a:solidFill>
              </a:defRPr>
            </a:lvl1pPr>
          </a:lstStyle>
          <a:p>
            <a:r>
              <a:rPr lang="en-US"/>
              <a:t>Click to edit Master title style</a:t>
            </a:r>
            <a:endParaRPr lang="nl-NL"/>
          </a:p>
        </p:txBody>
      </p:sp>
      <p:sp>
        <p:nvSpPr>
          <p:cNvPr id="3" name="Tijdelijke aanduiding voor tekst 2"/>
          <p:cNvSpPr>
            <a:spLocks noGrp="1"/>
          </p:cNvSpPr>
          <p:nvPr>
            <p:ph type="body" idx="1"/>
          </p:nvPr>
        </p:nvSpPr>
        <p:spPr>
          <a:xfrm>
            <a:off x="575999" y="4359600"/>
            <a:ext cx="6096264" cy="1501200"/>
          </a:xfrm>
        </p:spPr>
        <p:txBody>
          <a:bodyPr lIns="0" tIns="0" rIns="0" bIns="0"/>
          <a:lstStyle>
            <a:lvl1pPr marL="0" indent="0">
              <a:buNone/>
              <a:defRPr sz="2400" baseline="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Tijdelijke aanduiding voor datum 3"/>
          <p:cNvSpPr>
            <a:spLocks noGrp="1"/>
          </p:cNvSpPr>
          <p:nvPr>
            <p:ph type="dt" sz="half" idx="10"/>
          </p:nvPr>
        </p:nvSpPr>
        <p:spPr/>
        <p:txBody>
          <a:bodyPr/>
          <a:lstStyle/>
          <a:p>
            <a:r>
              <a:rPr lang="nl-BE"/>
              <a:t>04/06/2025</a:t>
            </a:r>
            <a:endParaRPr lang="nl-NL"/>
          </a:p>
        </p:txBody>
      </p:sp>
      <p:sp>
        <p:nvSpPr>
          <p:cNvPr id="5" name="Tijdelijke aanduiding voor voettekst 4"/>
          <p:cNvSpPr>
            <a:spLocks noGrp="1"/>
          </p:cNvSpPr>
          <p:nvPr>
            <p:ph type="ftr" sz="quarter" idx="11"/>
          </p:nvPr>
        </p:nvSpPr>
        <p:spPr/>
        <p:txBody>
          <a:bodyPr/>
          <a:lstStyle/>
          <a:p>
            <a:r>
              <a:rPr lang="nl-NL"/>
              <a:t>NIKAW</a:t>
            </a:r>
          </a:p>
        </p:txBody>
      </p:sp>
      <p:sp>
        <p:nvSpPr>
          <p:cNvPr id="6" name="Tijdelijke aanduiding voor dianummer 5"/>
          <p:cNvSpPr>
            <a:spLocks noGrp="1"/>
          </p:cNvSpPr>
          <p:nvPr>
            <p:ph type="sldNum" sz="quarter" idx="12"/>
          </p:nvPr>
        </p:nvSpPr>
        <p:spPr/>
        <p:txBody>
          <a:bodyPr/>
          <a:lstStyle/>
          <a:p>
            <a:fld id="{0A297500-7527-634B-90F4-69D0994C32B4}" type="slidenum">
              <a:rPr lang="nl-NL" smtClean="0"/>
              <a:t>‹#›</a:t>
            </a:fld>
            <a:endParaRPr lang="nl-NL"/>
          </a:p>
        </p:txBody>
      </p:sp>
      <p:sp>
        <p:nvSpPr>
          <p:cNvPr id="8" name="Picture Placeholder 4"/>
          <p:cNvSpPr>
            <a:spLocks noGrp="1"/>
          </p:cNvSpPr>
          <p:nvPr>
            <p:ph type="pic" sz="quarter" idx="13"/>
          </p:nvPr>
        </p:nvSpPr>
        <p:spPr>
          <a:xfrm>
            <a:off x="7248525" y="584201"/>
            <a:ext cx="4368673" cy="2376000"/>
          </a:xfrm>
        </p:spPr>
        <p:txBody>
          <a:bodyPr/>
          <a:lstStyle/>
          <a:p>
            <a:r>
              <a:rPr lang="en-US"/>
              <a:t>Click icon to add picture</a:t>
            </a:r>
            <a:endParaRPr lang="nl-NL"/>
          </a:p>
        </p:txBody>
      </p:sp>
      <p:sp>
        <p:nvSpPr>
          <p:cNvPr id="9" name="Picture Placeholder 4"/>
          <p:cNvSpPr>
            <a:spLocks noGrp="1"/>
          </p:cNvSpPr>
          <p:nvPr>
            <p:ph type="pic" sz="quarter" idx="14"/>
          </p:nvPr>
        </p:nvSpPr>
        <p:spPr>
          <a:xfrm>
            <a:off x="7248262" y="3248513"/>
            <a:ext cx="4368673" cy="2376000"/>
          </a:xfrm>
        </p:spPr>
        <p:txBody>
          <a:bodyPr/>
          <a:lstStyle/>
          <a:p>
            <a:r>
              <a:rPr lang="en-US"/>
              <a:t>Click icon to add picture</a:t>
            </a:r>
            <a:endParaRPr lang="nl-NL"/>
          </a:p>
        </p:txBody>
      </p:sp>
    </p:spTree>
    <p:extLst>
      <p:ext uri="{BB962C8B-B14F-4D97-AF65-F5344CB8AC3E}">
        <p14:creationId xmlns:p14="http://schemas.microsoft.com/office/powerpoint/2010/main" val="2921894246"/>
      </p:ext>
    </p:extLst>
  </p:cSld>
  <p:clrMapOvr>
    <a:masterClrMapping/>
  </p:clrMapOvr>
  <p:extLst>
    <p:ext uri="{DCECCB84-F9BA-43D5-87BE-67443E8EF086}">
      <p15:sldGuideLst xmlns:p15="http://schemas.microsoft.com/office/powerpoint/2012/main">
        <p15:guide id="1" orient="horz" pos="3543">
          <p15:clr>
            <a:srgbClr val="FBAE40"/>
          </p15:clr>
        </p15:guide>
        <p15:guide id="2" pos="4203">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ekopWit">
    <p:spTree>
      <p:nvGrpSpPr>
        <p:cNvPr id="1" name=""/>
        <p:cNvGrpSpPr/>
        <p:nvPr/>
      </p:nvGrpSpPr>
      <p:grpSpPr>
        <a:xfrm>
          <a:off x="0" y="0"/>
          <a:ext cx="0" cy="0"/>
          <a:chOff x="0" y="0"/>
          <a:chExt cx="0" cy="0"/>
        </a:xfrm>
      </p:grpSpPr>
      <p:sp>
        <p:nvSpPr>
          <p:cNvPr id="2" name="Titel 1"/>
          <p:cNvSpPr>
            <a:spLocks noGrp="1"/>
          </p:cNvSpPr>
          <p:nvPr>
            <p:ph type="title"/>
          </p:nvPr>
        </p:nvSpPr>
        <p:spPr>
          <a:xfrm>
            <a:off x="575999" y="1800000"/>
            <a:ext cx="6096264" cy="2386800"/>
          </a:xfrm>
        </p:spPr>
        <p:txBody>
          <a:bodyPr anchor="b">
            <a:normAutofit/>
          </a:bodyPr>
          <a:lstStyle>
            <a:lvl1pPr>
              <a:defRPr sz="4000"/>
            </a:lvl1pPr>
          </a:lstStyle>
          <a:p>
            <a:r>
              <a:rPr lang="en-US"/>
              <a:t>Click to edit Master title style</a:t>
            </a:r>
            <a:endParaRPr lang="nl-NL"/>
          </a:p>
        </p:txBody>
      </p:sp>
      <p:sp>
        <p:nvSpPr>
          <p:cNvPr id="3" name="Tijdelijke aanduiding voor tekst 2"/>
          <p:cNvSpPr>
            <a:spLocks noGrp="1"/>
          </p:cNvSpPr>
          <p:nvPr>
            <p:ph type="body" idx="1"/>
          </p:nvPr>
        </p:nvSpPr>
        <p:spPr>
          <a:xfrm>
            <a:off x="575999" y="4359600"/>
            <a:ext cx="6096264" cy="1501200"/>
          </a:xfrm>
        </p:spPr>
        <p:txBody>
          <a:bodyPr lIns="0" tIns="0" rIns="0" bIns="0"/>
          <a:lstStyle>
            <a:lvl1pPr marL="0" indent="0">
              <a:buNone/>
              <a:defRPr sz="2400" baseline="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Tijdelijke aanduiding voor datum 3"/>
          <p:cNvSpPr>
            <a:spLocks noGrp="1"/>
          </p:cNvSpPr>
          <p:nvPr>
            <p:ph type="dt" sz="half" idx="10"/>
          </p:nvPr>
        </p:nvSpPr>
        <p:spPr/>
        <p:txBody>
          <a:bodyPr/>
          <a:lstStyle/>
          <a:p>
            <a:r>
              <a:rPr lang="nl-BE"/>
              <a:t>04/06/2025</a:t>
            </a:r>
            <a:endParaRPr lang="nl-NL"/>
          </a:p>
        </p:txBody>
      </p:sp>
      <p:sp>
        <p:nvSpPr>
          <p:cNvPr id="5" name="Tijdelijke aanduiding voor voettekst 4"/>
          <p:cNvSpPr>
            <a:spLocks noGrp="1"/>
          </p:cNvSpPr>
          <p:nvPr>
            <p:ph type="ftr" sz="quarter" idx="11"/>
          </p:nvPr>
        </p:nvSpPr>
        <p:spPr/>
        <p:txBody>
          <a:bodyPr/>
          <a:lstStyle/>
          <a:p>
            <a:r>
              <a:rPr lang="nl-NL"/>
              <a:t>NIKAW</a:t>
            </a:r>
          </a:p>
        </p:txBody>
      </p:sp>
      <p:sp>
        <p:nvSpPr>
          <p:cNvPr id="6" name="Tijdelijke aanduiding voor dianummer 5"/>
          <p:cNvSpPr>
            <a:spLocks noGrp="1"/>
          </p:cNvSpPr>
          <p:nvPr>
            <p:ph type="sldNum" sz="quarter" idx="12"/>
          </p:nvPr>
        </p:nvSpPr>
        <p:spPr/>
        <p:txBody>
          <a:bodyPr/>
          <a:lstStyle/>
          <a:p>
            <a:fld id="{0A297500-7527-634B-90F4-69D0994C32B4}" type="slidenum">
              <a:rPr lang="nl-NL" smtClean="0"/>
              <a:t>‹#›</a:t>
            </a:fld>
            <a:endParaRPr lang="nl-NL"/>
          </a:p>
        </p:txBody>
      </p:sp>
      <p:sp>
        <p:nvSpPr>
          <p:cNvPr id="7" name="Picture Placeholder 4"/>
          <p:cNvSpPr>
            <a:spLocks noGrp="1"/>
          </p:cNvSpPr>
          <p:nvPr>
            <p:ph type="pic" sz="quarter" idx="13"/>
          </p:nvPr>
        </p:nvSpPr>
        <p:spPr>
          <a:xfrm>
            <a:off x="7248525" y="584201"/>
            <a:ext cx="4368673" cy="5040312"/>
          </a:xfrm>
        </p:spPr>
        <p:txBody>
          <a:bodyPr/>
          <a:lstStyle/>
          <a:p>
            <a:r>
              <a:rPr lang="en-US"/>
              <a:t>Click icon to add picture</a:t>
            </a:r>
            <a:endParaRPr lang="nl-NL"/>
          </a:p>
        </p:txBody>
      </p:sp>
    </p:spTree>
    <p:extLst>
      <p:ext uri="{BB962C8B-B14F-4D97-AF65-F5344CB8AC3E}">
        <p14:creationId xmlns:p14="http://schemas.microsoft.com/office/powerpoint/2010/main" val="4192274303"/>
      </p:ext>
    </p:extLst>
  </p:cSld>
  <p:clrMapOvr>
    <a:masterClrMapping/>
  </p:clrMapOvr>
  <p:extLst>
    <p:ext uri="{DCECCB84-F9BA-43D5-87BE-67443E8EF086}">
      <p15:sldGuideLst xmlns:p15="http://schemas.microsoft.com/office/powerpoint/2012/main">
        <p15:guide id="1" orient="horz" pos="3543">
          <p15:clr>
            <a:srgbClr val="FBAE40"/>
          </p15:clr>
        </p15:guide>
        <p15:guide id="2" pos="4203">
          <p15:clr>
            <a:srgbClr val="FBAE40"/>
          </p15:clr>
        </p15:guide>
        <p15:guide id="3" orient="horz" pos="368">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ee objecten">
    <p:spTree>
      <p:nvGrpSpPr>
        <p:cNvPr id="1" name=""/>
        <p:cNvGrpSpPr/>
        <p:nvPr/>
      </p:nvGrpSpPr>
      <p:grpSpPr>
        <a:xfrm>
          <a:off x="0" y="0"/>
          <a:ext cx="0" cy="0"/>
          <a:chOff x="0" y="0"/>
          <a:chExt cx="0" cy="0"/>
        </a:xfrm>
      </p:grpSpPr>
      <p:sp>
        <p:nvSpPr>
          <p:cNvPr id="5" name="Tijdelijke aanduiding voor datum 4"/>
          <p:cNvSpPr>
            <a:spLocks noGrp="1"/>
          </p:cNvSpPr>
          <p:nvPr>
            <p:ph type="dt" sz="half" idx="10"/>
          </p:nvPr>
        </p:nvSpPr>
        <p:spPr/>
        <p:txBody>
          <a:bodyPr/>
          <a:lstStyle/>
          <a:p>
            <a:r>
              <a:rPr lang="nl-BE"/>
              <a:t>04/06/2025</a:t>
            </a:r>
            <a:endParaRPr lang="nl-NL"/>
          </a:p>
        </p:txBody>
      </p:sp>
      <p:sp>
        <p:nvSpPr>
          <p:cNvPr id="6" name="Tijdelijke aanduiding voor voettekst 5"/>
          <p:cNvSpPr>
            <a:spLocks noGrp="1"/>
          </p:cNvSpPr>
          <p:nvPr>
            <p:ph type="ftr" sz="quarter" idx="11"/>
          </p:nvPr>
        </p:nvSpPr>
        <p:spPr/>
        <p:txBody>
          <a:bodyPr/>
          <a:lstStyle/>
          <a:p>
            <a:r>
              <a:rPr lang="nl-NL"/>
              <a:t>NIKAW</a:t>
            </a:r>
          </a:p>
        </p:txBody>
      </p:sp>
      <p:sp>
        <p:nvSpPr>
          <p:cNvPr id="7" name="Tijdelijke aanduiding voor dianummer 6"/>
          <p:cNvSpPr>
            <a:spLocks noGrp="1"/>
          </p:cNvSpPr>
          <p:nvPr>
            <p:ph type="sldNum" sz="quarter" idx="12"/>
          </p:nvPr>
        </p:nvSpPr>
        <p:spPr/>
        <p:txBody>
          <a:bodyPr/>
          <a:lstStyle/>
          <a:p>
            <a:fld id="{0A297500-7527-634B-90F4-69D0994C32B4}" type="slidenum">
              <a:rPr lang="nl-NL" smtClean="0"/>
              <a:t>‹#›</a:t>
            </a:fld>
            <a:endParaRPr lang="nl-NL"/>
          </a:p>
        </p:txBody>
      </p:sp>
      <p:sp>
        <p:nvSpPr>
          <p:cNvPr id="9" name="Tijdelijke aanduiding voor tekst 2"/>
          <p:cNvSpPr>
            <a:spLocks noGrp="1"/>
          </p:cNvSpPr>
          <p:nvPr>
            <p:ph idx="1"/>
          </p:nvPr>
        </p:nvSpPr>
        <p:spPr>
          <a:xfrm>
            <a:off x="576000" y="1656000"/>
            <a:ext cx="5400000" cy="4464000"/>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nl-NL"/>
          </a:p>
        </p:txBody>
      </p:sp>
      <p:sp>
        <p:nvSpPr>
          <p:cNvPr id="12" name="Content Placeholder 11"/>
          <p:cNvSpPr>
            <a:spLocks noGrp="1"/>
          </p:cNvSpPr>
          <p:nvPr>
            <p:ph sz="quarter" idx="13"/>
          </p:nvPr>
        </p:nvSpPr>
        <p:spPr>
          <a:xfrm>
            <a:off x="6217200" y="1656000"/>
            <a:ext cx="5400000" cy="44640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nl-NL"/>
          </a:p>
        </p:txBody>
      </p:sp>
      <p:sp>
        <p:nvSpPr>
          <p:cNvPr id="2" name="Titel 1"/>
          <p:cNvSpPr>
            <a:spLocks noGrp="1"/>
          </p:cNvSpPr>
          <p:nvPr>
            <p:ph type="title"/>
          </p:nvPr>
        </p:nvSpPr>
        <p:spPr/>
        <p:txBody>
          <a:bodyPr/>
          <a:lstStyle/>
          <a:p>
            <a:r>
              <a:rPr lang="en-US"/>
              <a:t>Click to edit Master title style</a:t>
            </a:r>
            <a:endParaRPr lang="nl-BE"/>
          </a:p>
        </p:txBody>
      </p:sp>
    </p:spTree>
    <p:extLst>
      <p:ext uri="{BB962C8B-B14F-4D97-AF65-F5344CB8AC3E}">
        <p14:creationId xmlns:p14="http://schemas.microsoft.com/office/powerpoint/2010/main" val="20433961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Vergelijking">
    <p:spTree>
      <p:nvGrpSpPr>
        <p:cNvPr id="1" name=""/>
        <p:cNvGrpSpPr/>
        <p:nvPr/>
      </p:nvGrpSpPr>
      <p:grpSpPr>
        <a:xfrm>
          <a:off x="0" y="0"/>
          <a:ext cx="0" cy="0"/>
          <a:chOff x="0" y="0"/>
          <a:chExt cx="0" cy="0"/>
        </a:xfrm>
      </p:grpSpPr>
      <p:sp>
        <p:nvSpPr>
          <p:cNvPr id="3" name="Tijdelijke aanduiding voor tekst 2"/>
          <p:cNvSpPr>
            <a:spLocks noGrp="1"/>
          </p:cNvSpPr>
          <p:nvPr>
            <p:ph type="body" idx="1"/>
          </p:nvPr>
        </p:nvSpPr>
        <p:spPr>
          <a:xfrm>
            <a:off x="576000" y="1656000"/>
            <a:ext cx="5421575" cy="54000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Tijdelijke aanduiding voor inhoud 3"/>
          <p:cNvSpPr>
            <a:spLocks noGrp="1"/>
          </p:cNvSpPr>
          <p:nvPr>
            <p:ph sz="half" idx="2"/>
          </p:nvPr>
        </p:nvSpPr>
        <p:spPr>
          <a:xfrm>
            <a:off x="576000" y="2276271"/>
            <a:ext cx="5421575" cy="383765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nl-NL"/>
          </a:p>
        </p:txBody>
      </p:sp>
      <p:sp>
        <p:nvSpPr>
          <p:cNvPr id="5" name="Tijdelijke aanduiding voor tekst 4"/>
          <p:cNvSpPr>
            <a:spLocks noGrp="1"/>
          </p:cNvSpPr>
          <p:nvPr>
            <p:ph type="body" sz="quarter" idx="3"/>
          </p:nvPr>
        </p:nvSpPr>
        <p:spPr>
          <a:xfrm>
            <a:off x="6172200" y="1656000"/>
            <a:ext cx="5445000" cy="54000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Tijdelijke aanduiding voor inhoud 5"/>
          <p:cNvSpPr>
            <a:spLocks noGrp="1"/>
          </p:cNvSpPr>
          <p:nvPr>
            <p:ph sz="quarter" idx="4"/>
          </p:nvPr>
        </p:nvSpPr>
        <p:spPr>
          <a:xfrm>
            <a:off x="6172200" y="2276271"/>
            <a:ext cx="5445000" cy="383765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nl-NL"/>
          </a:p>
        </p:txBody>
      </p:sp>
      <p:sp>
        <p:nvSpPr>
          <p:cNvPr id="7" name="Tijdelijke aanduiding voor datum 6"/>
          <p:cNvSpPr>
            <a:spLocks noGrp="1"/>
          </p:cNvSpPr>
          <p:nvPr>
            <p:ph type="dt" sz="half" idx="10"/>
          </p:nvPr>
        </p:nvSpPr>
        <p:spPr/>
        <p:txBody>
          <a:bodyPr/>
          <a:lstStyle/>
          <a:p>
            <a:r>
              <a:rPr lang="nl-BE"/>
              <a:t>04/06/2025</a:t>
            </a:r>
            <a:endParaRPr lang="nl-NL"/>
          </a:p>
        </p:txBody>
      </p:sp>
      <p:sp>
        <p:nvSpPr>
          <p:cNvPr id="8" name="Tijdelijke aanduiding voor voettekst 7"/>
          <p:cNvSpPr>
            <a:spLocks noGrp="1"/>
          </p:cNvSpPr>
          <p:nvPr>
            <p:ph type="ftr" sz="quarter" idx="11"/>
          </p:nvPr>
        </p:nvSpPr>
        <p:spPr/>
        <p:txBody>
          <a:bodyPr/>
          <a:lstStyle/>
          <a:p>
            <a:r>
              <a:rPr lang="nl-NL"/>
              <a:t>NIKAW</a:t>
            </a:r>
          </a:p>
        </p:txBody>
      </p:sp>
      <p:sp>
        <p:nvSpPr>
          <p:cNvPr id="9" name="Tijdelijke aanduiding voor dianummer 8"/>
          <p:cNvSpPr>
            <a:spLocks noGrp="1"/>
          </p:cNvSpPr>
          <p:nvPr>
            <p:ph type="sldNum" sz="quarter" idx="12"/>
          </p:nvPr>
        </p:nvSpPr>
        <p:spPr/>
        <p:txBody>
          <a:bodyPr/>
          <a:lstStyle/>
          <a:p>
            <a:fld id="{0A297500-7527-634B-90F4-69D0994C32B4}" type="slidenum">
              <a:rPr lang="nl-NL" smtClean="0"/>
              <a:t>‹#›</a:t>
            </a:fld>
            <a:endParaRPr lang="nl-NL"/>
          </a:p>
        </p:txBody>
      </p:sp>
      <p:sp>
        <p:nvSpPr>
          <p:cNvPr id="2" name="Titel 1"/>
          <p:cNvSpPr>
            <a:spLocks noGrp="1"/>
          </p:cNvSpPr>
          <p:nvPr>
            <p:ph type="title"/>
          </p:nvPr>
        </p:nvSpPr>
        <p:spPr/>
        <p:txBody>
          <a:bodyPr/>
          <a:lstStyle/>
          <a:p>
            <a:r>
              <a:rPr lang="en-US"/>
              <a:t>Click to edit Master title style</a:t>
            </a:r>
            <a:endParaRPr lang="nl-BE"/>
          </a:p>
        </p:txBody>
      </p:sp>
    </p:spTree>
    <p:extLst>
      <p:ext uri="{BB962C8B-B14F-4D97-AF65-F5344CB8AC3E}">
        <p14:creationId xmlns:p14="http://schemas.microsoft.com/office/powerpoint/2010/main" val="23401012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Alleen titel">
    <p:spTree>
      <p:nvGrpSpPr>
        <p:cNvPr id="1" name=""/>
        <p:cNvGrpSpPr/>
        <p:nvPr/>
      </p:nvGrpSpPr>
      <p:grpSpPr>
        <a:xfrm>
          <a:off x="0" y="0"/>
          <a:ext cx="0" cy="0"/>
          <a:chOff x="0" y="0"/>
          <a:chExt cx="0" cy="0"/>
        </a:xfrm>
      </p:grpSpPr>
      <p:sp>
        <p:nvSpPr>
          <p:cNvPr id="3" name="Tijdelijke aanduiding voor datum 2"/>
          <p:cNvSpPr>
            <a:spLocks noGrp="1"/>
          </p:cNvSpPr>
          <p:nvPr>
            <p:ph type="dt" sz="half" idx="10"/>
          </p:nvPr>
        </p:nvSpPr>
        <p:spPr/>
        <p:txBody>
          <a:bodyPr/>
          <a:lstStyle/>
          <a:p>
            <a:r>
              <a:rPr lang="nl-BE"/>
              <a:t>04/06/2025</a:t>
            </a:r>
            <a:endParaRPr lang="nl-NL"/>
          </a:p>
        </p:txBody>
      </p:sp>
      <p:sp>
        <p:nvSpPr>
          <p:cNvPr id="4" name="Tijdelijke aanduiding voor voettekst 3"/>
          <p:cNvSpPr>
            <a:spLocks noGrp="1"/>
          </p:cNvSpPr>
          <p:nvPr>
            <p:ph type="ftr" sz="quarter" idx="11"/>
          </p:nvPr>
        </p:nvSpPr>
        <p:spPr/>
        <p:txBody>
          <a:bodyPr/>
          <a:lstStyle/>
          <a:p>
            <a:r>
              <a:rPr lang="nl-NL"/>
              <a:t>NIKAW</a:t>
            </a:r>
          </a:p>
        </p:txBody>
      </p:sp>
      <p:sp>
        <p:nvSpPr>
          <p:cNvPr id="5" name="Tijdelijke aanduiding voor dianummer 4"/>
          <p:cNvSpPr>
            <a:spLocks noGrp="1"/>
          </p:cNvSpPr>
          <p:nvPr>
            <p:ph type="sldNum" sz="quarter" idx="12"/>
          </p:nvPr>
        </p:nvSpPr>
        <p:spPr/>
        <p:txBody>
          <a:bodyPr/>
          <a:lstStyle/>
          <a:p>
            <a:fld id="{0A297500-7527-634B-90F4-69D0994C32B4}" type="slidenum">
              <a:rPr lang="nl-NL" smtClean="0"/>
              <a:t>‹#›</a:t>
            </a:fld>
            <a:endParaRPr lang="nl-NL"/>
          </a:p>
        </p:txBody>
      </p:sp>
      <p:sp>
        <p:nvSpPr>
          <p:cNvPr id="6" name="Title 5"/>
          <p:cNvSpPr>
            <a:spLocks noGrp="1"/>
          </p:cNvSpPr>
          <p:nvPr>
            <p:ph type="title"/>
          </p:nvPr>
        </p:nvSpPr>
        <p:spPr/>
        <p:txBody>
          <a:bodyPr/>
          <a:lstStyle/>
          <a:p>
            <a:r>
              <a:rPr lang="en-US"/>
              <a:t>Click to edit Master title style</a:t>
            </a:r>
            <a:endParaRPr lang="nl-NL"/>
          </a:p>
        </p:txBody>
      </p:sp>
    </p:spTree>
    <p:extLst>
      <p:ext uri="{BB962C8B-B14F-4D97-AF65-F5344CB8AC3E}">
        <p14:creationId xmlns:p14="http://schemas.microsoft.com/office/powerpoint/2010/main" val="40038467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Leeg">
    <p:spTree>
      <p:nvGrpSpPr>
        <p:cNvPr id="1" name=""/>
        <p:cNvGrpSpPr/>
        <p:nvPr/>
      </p:nvGrpSpPr>
      <p:grpSpPr>
        <a:xfrm>
          <a:off x="0" y="0"/>
          <a:ext cx="0" cy="0"/>
          <a:chOff x="0" y="0"/>
          <a:chExt cx="0" cy="0"/>
        </a:xfrm>
      </p:grpSpPr>
      <p:sp>
        <p:nvSpPr>
          <p:cNvPr id="2" name="Tijdelijke aanduiding voor datum 1"/>
          <p:cNvSpPr>
            <a:spLocks noGrp="1"/>
          </p:cNvSpPr>
          <p:nvPr>
            <p:ph type="dt" sz="half" idx="10"/>
          </p:nvPr>
        </p:nvSpPr>
        <p:spPr/>
        <p:txBody>
          <a:bodyPr/>
          <a:lstStyle/>
          <a:p>
            <a:r>
              <a:rPr lang="nl-BE"/>
              <a:t>04/06/2025</a:t>
            </a:r>
            <a:endParaRPr lang="nl-NL"/>
          </a:p>
        </p:txBody>
      </p:sp>
      <p:sp>
        <p:nvSpPr>
          <p:cNvPr id="3" name="Tijdelijke aanduiding voor voettekst 2"/>
          <p:cNvSpPr>
            <a:spLocks noGrp="1"/>
          </p:cNvSpPr>
          <p:nvPr>
            <p:ph type="ftr" sz="quarter" idx="11"/>
          </p:nvPr>
        </p:nvSpPr>
        <p:spPr/>
        <p:txBody>
          <a:bodyPr/>
          <a:lstStyle/>
          <a:p>
            <a:r>
              <a:rPr lang="nl-NL"/>
              <a:t>NIKAW</a:t>
            </a:r>
          </a:p>
        </p:txBody>
      </p:sp>
      <p:sp>
        <p:nvSpPr>
          <p:cNvPr id="4" name="Tijdelijke aanduiding voor dianummer 3"/>
          <p:cNvSpPr>
            <a:spLocks noGrp="1"/>
          </p:cNvSpPr>
          <p:nvPr>
            <p:ph type="sldNum" sz="quarter" idx="12"/>
          </p:nvPr>
        </p:nvSpPr>
        <p:spPr/>
        <p:txBody>
          <a:bodyPr/>
          <a:lstStyle/>
          <a:p>
            <a:fld id="{0A297500-7527-634B-90F4-69D0994C32B4}" type="slidenum">
              <a:rPr lang="nl-NL" smtClean="0"/>
              <a:t>‹#›</a:t>
            </a:fld>
            <a:endParaRPr lang="nl-NL"/>
          </a:p>
        </p:txBody>
      </p:sp>
    </p:spTree>
    <p:extLst>
      <p:ext uri="{BB962C8B-B14F-4D97-AF65-F5344CB8AC3E}">
        <p14:creationId xmlns:p14="http://schemas.microsoft.com/office/powerpoint/2010/main" val="7847042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ectiekopSlot">
    <p:spTree>
      <p:nvGrpSpPr>
        <p:cNvPr id="1" name=""/>
        <p:cNvGrpSpPr/>
        <p:nvPr/>
      </p:nvGrpSpPr>
      <p:grpSpPr>
        <a:xfrm>
          <a:off x="0" y="0"/>
          <a:ext cx="0" cy="0"/>
          <a:chOff x="0" y="0"/>
          <a:chExt cx="0" cy="0"/>
        </a:xfrm>
      </p:grpSpPr>
      <p:sp>
        <p:nvSpPr>
          <p:cNvPr id="9" name="Rechthoek 8"/>
          <p:cNvSpPr/>
          <p:nvPr userDrawn="1"/>
        </p:nvSpPr>
        <p:spPr>
          <a:xfrm>
            <a:off x="0" y="0"/>
            <a:ext cx="12193200" cy="620999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nl-BE"/>
          </a:p>
        </p:txBody>
      </p:sp>
      <p:sp>
        <p:nvSpPr>
          <p:cNvPr id="2" name="Titel 1"/>
          <p:cNvSpPr>
            <a:spLocks noGrp="1"/>
          </p:cNvSpPr>
          <p:nvPr>
            <p:ph type="title"/>
          </p:nvPr>
        </p:nvSpPr>
        <p:spPr>
          <a:xfrm>
            <a:off x="579120" y="510988"/>
            <a:ext cx="11039793" cy="5184424"/>
          </a:xfrm>
        </p:spPr>
        <p:txBody>
          <a:bodyPr anchor="ctr" anchorCtr="0">
            <a:noAutofit/>
          </a:bodyPr>
          <a:lstStyle>
            <a:lvl1pPr algn="ctr">
              <a:defRPr sz="6000" baseline="0">
                <a:solidFill>
                  <a:schemeClr val="bg1"/>
                </a:solidFill>
              </a:defRPr>
            </a:lvl1pPr>
          </a:lstStyle>
          <a:p>
            <a:r>
              <a:rPr lang="en-US"/>
              <a:t>Click to edit Master title style</a:t>
            </a:r>
            <a:endParaRPr lang="nl-NL"/>
          </a:p>
        </p:txBody>
      </p:sp>
      <p:sp>
        <p:nvSpPr>
          <p:cNvPr id="4" name="Tijdelijke aanduiding voor datum 3"/>
          <p:cNvSpPr>
            <a:spLocks noGrp="1"/>
          </p:cNvSpPr>
          <p:nvPr>
            <p:ph type="dt" sz="half" idx="10"/>
          </p:nvPr>
        </p:nvSpPr>
        <p:spPr/>
        <p:txBody>
          <a:bodyPr/>
          <a:lstStyle/>
          <a:p>
            <a:r>
              <a:rPr lang="nl-BE"/>
              <a:t>04/06/2025</a:t>
            </a:r>
            <a:endParaRPr lang="nl-NL"/>
          </a:p>
        </p:txBody>
      </p:sp>
      <p:sp>
        <p:nvSpPr>
          <p:cNvPr id="5" name="Tijdelijke aanduiding voor voettekst 4"/>
          <p:cNvSpPr>
            <a:spLocks noGrp="1"/>
          </p:cNvSpPr>
          <p:nvPr>
            <p:ph type="ftr" sz="quarter" idx="11"/>
          </p:nvPr>
        </p:nvSpPr>
        <p:spPr/>
        <p:txBody>
          <a:bodyPr/>
          <a:lstStyle/>
          <a:p>
            <a:r>
              <a:rPr lang="nl-NL"/>
              <a:t>NIKAW</a:t>
            </a:r>
          </a:p>
        </p:txBody>
      </p:sp>
      <p:sp>
        <p:nvSpPr>
          <p:cNvPr id="6" name="Tijdelijke aanduiding voor dianummer 5"/>
          <p:cNvSpPr>
            <a:spLocks noGrp="1"/>
          </p:cNvSpPr>
          <p:nvPr>
            <p:ph type="sldNum" sz="quarter" idx="12"/>
          </p:nvPr>
        </p:nvSpPr>
        <p:spPr/>
        <p:txBody>
          <a:bodyPr/>
          <a:lstStyle/>
          <a:p>
            <a:fld id="{0A297500-7527-634B-90F4-69D0994C32B4}" type="slidenum">
              <a:rPr lang="nl-NL" smtClean="0"/>
              <a:t>‹#›</a:t>
            </a:fld>
            <a:endParaRPr lang="nl-NL"/>
          </a:p>
        </p:txBody>
      </p:sp>
    </p:spTree>
    <p:extLst>
      <p:ext uri="{BB962C8B-B14F-4D97-AF65-F5344CB8AC3E}">
        <p14:creationId xmlns:p14="http://schemas.microsoft.com/office/powerpoint/2010/main" val="4677969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7" name="Rechthoek 6"/>
          <p:cNvSpPr/>
          <p:nvPr userDrawn="1"/>
        </p:nvSpPr>
        <p:spPr>
          <a:xfrm>
            <a:off x="0" y="0"/>
            <a:ext cx="121932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nl-BE"/>
          </a:p>
        </p:txBody>
      </p:sp>
      <p:sp>
        <p:nvSpPr>
          <p:cNvPr id="10" name="Rechthoek 9"/>
          <p:cNvSpPr/>
          <p:nvPr userDrawn="1"/>
        </p:nvSpPr>
        <p:spPr>
          <a:xfrm>
            <a:off x="0" y="648000"/>
            <a:ext cx="12193200" cy="6210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nl-BE"/>
          </a:p>
        </p:txBody>
      </p:sp>
      <p:sp>
        <p:nvSpPr>
          <p:cNvPr id="8" name="Rechthoek 7"/>
          <p:cNvSpPr/>
          <p:nvPr userDrawn="1"/>
        </p:nvSpPr>
        <p:spPr>
          <a:xfrm>
            <a:off x="0" y="647998"/>
            <a:ext cx="12193200" cy="44568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nl-BE"/>
          </a:p>
        </p:txBody>
      </p:sp>
      <p:pic>
        <p:nvPicPr>
          <p:cNvPr id="9" name="Afbeelding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60000" y="360000"/>
            <a:ext cx="2018135" cy="720000"/>
          </a:xfrm>
          <a:prstGeom prst="rect">
            <a:avLst/>
          </a:prstGeom>
        </p:spPr>
      </p:pic>
      <p:sp>
        <p:nvSpPr>
          <p:cNvPr id="2" name="Titel 1"/>
          <p:cNvSpPr>
            <a:spLocks noGrp="1"/>
          </p:cNvSpPr>
          <p:nvPr>
            <p:ph type="ctrTitle"/>
          </p:nvPr>
        </p:nvSpPr>
        <p:spPr>
          <a:xfrm>
            <a:off x="575999" y="1080000"/>
            <a:ext cx="6096524" cy="4024798"/>
          </a:xfrm>
        </p:spPr>
        <p:txBody>
          <a:bodyPr anchor="ctr" anchorCtr="0">
            <a:normAutofit/>
          </a:bodyPr>
          <a:lstStyle>
            <a:lvl1pPr algn="l">
              <a:defRPr sz="4000" baseline="0">
                <a:solidFill>
                  <a:schemeClr val="bg1"/>
                </a:solidFill>
              </a:defRPr>
            </a:lvl1pPr>
          </a:lstStyle>
          <a:p>
            <a:r>
              <a:rPr lang="en-US" dirty="0"/>
              <a:t>Click to edit Master title style</a:t>
            </a:r>
            <a:endParaRPr lang="nl-NL" dirty="0"/>
          </a:p>
        </p:txBody>
      </p:sp>
      <p:sp>
        <p:nvSpPr>
          <p:cNvPr id="3" name="Ondertitel 2"/>
          <p:cNvSpPr>
            <a:spLocks noGrp="1"/>
          </p:cNvSpPr>
          <p:nvPr>
            <p:ph type="subTitle" idx="1"/>
          </p:nvPr>
        </p:nvSpPr>
        <p:spPr>
          <a:xfrm>
            <a:off x="575999" y="5392801"/>
            <a:ext cx="6096524" cy="730188"/>
          </a:xfrm>
        </p:spPr>
        <p:txBody>
          <a:bodyPr lIns="0" tIns="0" rIns="0" bIns="0"/>
          <a:lstStyle>
            <a:lvl1pPr marL="0" indent="0" algn="l">
              <a:buNone/>
              <a:defRPr sz="2400" baseline="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nl-NL" dirty="0"/>
          </a:p>
        </p:txBody>
      </p:sp>
      <p:sp>
        <p:nvSpPr>
          <p:cNvPr id="5" name="Picture Placeholder 4"/>
          <p:cNvSpPr>
            <a:spLocks noGrp="1"/>
          </p:cNvSpPr>
          <p:nvPr>
            <p:ph type="pic" sz="quarter" idx="10"/>
          </p:nvPr>
        </p:nvSpPr>
        <p:spPr>
          <a:xfrm>
            <a:off x="7248525" y="1654175"/>
            <a:ext cx="4368673" cy="4468813"/>
          </a:xfrm>
        </p:spPr>
        <p:txBody>
          <a:bodyPr/>
          <a:lstStyle/>
          <a:p>
            <a:r>
              <a:rPr lang="en-US"/>
              <a:t>Click icon to add picture</a:t>
            </a:r>
            <a:endParaRPr lang="nl-NL"/>
          </a:p>
        </p:txBody>
      </p:sp>
    </p:spTree>
    <p:extLst>
      <p:ext uri="{BB962C8B-B14F-4D97-AF65-F5344CB8AC3E}">
        <p14:creationId xmlns:p14="http://schemas.microsoft.com/office/powerpoint/2010/main" val="1128617704"/>
      </p:ext>
    </p:extLst>
  </p:cSld>
  <p:clrMapOvr>
    <a:masterClrMapping/>
  </p:clrMapOvr>
  <p:extLst>
    <p:ext uri="{DCECCB84-F9BA-43D5-87BE-67443E8EF086}">
      <p15:sldGuideLst xmlns:p15="http://schemas.microsoft.com/office/powerpoint/2012/main">
        <p15:guide id="1" orient="horz" pos="1026">
          <p15:clr>
            <a:srgbClr val="FBAE40"/>
          </p15:clr>
        </p15:guide>
        <p15:guide id="2" pos="4203">
          <p15:clr>
            <a:srgbClr val="FBAE40"/>
          </p15:clr>
        </p15:guide>
        <p15:guide id="3" orient="horz" pos="3974">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Tijdelijke aanduiding voor inhoud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nl-NL"/>
          </a:p>
        </p:txBody>
      </p:sp>
      <p:sp>
        <p:nvSpPr>
          <p:cNvPr id="4" name="Tijdelijke aanduiding voor datum 3"/>
          <p:cNvSpPr>
            <a:spLocks noGrp="1"/>
          </p:cNvSpPr>
          <p:nvPr>
            <p:ph type="dt" sz="half" idx="10"/>
          </p:nvPr>
        </p:nvSpPr>
        <p:spPr/>
        <p:txBody>
          <a:bodyPr/>
          <a:lstStyle/>
          <a:p>
            <a:r>
              <a:rPr lang="nl-BE"/>
              <a:t>04/06/2025</a:t>
            </a:r>
            <a:endParaRPr lang="nl-NL"/>
          </a:p>
        </p:txBody>
      </p:sp>
      <p:sp>
        <p:nvSpPr>
          <p:cNvPr id="5" name="Tijdelijke aanduiding voor voettekst 4"/>
          <p:cNvSpPr>
            <a:spLocks noGrp="1"/>
          </p:cNvSpPr>
          <p:nvPr>
            <p:ph type="ftr" sz="quarter" idx="11"/>
          </p:nvPr>
        </p:nvSpPr>
        <p:spPr/>
        <p:txBody>
          <a:bodyPr/>
          <a:lstStyle/>
          <a:p>
            <a:r>
              <a:rPr lang="nl-NL"/>
              <a:t>NIKAW</a:t>
            </a:r>
          </a:p>
        </p:txBody>
      </p:sp>
      <p:sp>
        <p:nvSpPr>
          <p:cNvPr id="6" name="Tijdelijke aanduiding voor dianummer 5"/>
          <p:cNvSpPr>
            <a:spLocks noGrp="1"/>
          </p:cNvSpPr>
          <p:nvPr>
            <p:ph type="sldNum" sz="quarter" idx="12"/>
          </p:nvPr>
        </p:nvSpPr>
        <p:spPr/>
        <p:txBody>
          <a:bodyPr/>
          <a:lstStyle/>
          <a:p>
            <a:fld id="{0A297500-7527-634B-90F4-69D0994C32B4}" type="slidenum">
              <a:rPr lang="nl-NL" smtClean="0"/>
              <a:t>‹#›</a:t>
            </a:fld>
            <a:endParaRPr lang="nl-NL"/>
          </a:p>
        </p:txBody>
      </p:sp>
      <p:sp>
        <p:nvSpPr>
          <p:cNvPr id="7" name="Title 6"/>
          <p:cNvSpPr>
            <a:spLocks noGrp="1"/>
          </p:cNvSpPr>
          <p:nvPr>
            <p:ph type="title"/>
          </p:nvPr>
        </p:nvSpPr>
        <p:spPr/>
        <p:txBody>
          <a:bodyPr/>
          <a:lstStyle/>
          <a:p>
            <a:r>
              <a:rPr lang="en-US"/>
              <a:t>Click to edit Master title style</a:t>
            </a:r>
            <a:endParaRPr lang="nl-NL"/>
          </a:p>
        </p:txBody>
      </p:sp>
    </p:spTree>
    <p:extLst>
      <p:ext uri="{BB962C8B-B14F-4D97-AF65-F5344CB8AC3E}">
        <p14:creationId xmlns:p14="http://schemas.microsoft.com/office/powerpoint/2010/main" val="210218082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7" name="Rechthoek 6"/>
          <p:cNvSpPr/>
          <p:nvPr userDrawn="1"/>
        </p:nvSpPr>
        <p:spPr>
          <a:xfrm>
            <a:off x="0" y="0"/>
            <a:ext cx="12193200" cy="620756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nl-BE"/>
          </a:p>
        </p:txBody>
      </p:sp>
      <p:sp>
        <p:nvSpPr>
          <p:cNvPr id="2" name="Titel 1"/>
          <p:cNvSpPr>
            <a:spLocks noGrp="1"/>
          </p:cNvSpPr>
          <p:nvPr>
            <p:ph type="title"/>
          </p:nvPr>
        </p:nvSpPr>
        <p:spPr>
          <a:xfrm>
            <a:off x="575999" y="1800000"/>
            <a:ext cx="6096524" cy="2386800"/>
          </a:xfrm>
        </p:spPr>
        <p:txBody>
          <a:bodyPr anchor="b"/>
          <a:lstStyle>
            <a:lvl1pPr>
              <a:defRPr sz="4000" baseline="0">
                <a:solidFill>
                  <a:schemeClr val="tx2"/>
                </a:solidFill>
              </a:defRPr>
            </a:lvl1pPr>
          </a:lstStyle>
          <a:p>
            <a:r>
              <a:rPr lang="en-US"/>
              <a:t>Click to edit Master title style</a:t>
            </a:r>
            <a:endParaRPr lang="nl-NL"/>
          </a:p>
        </p:txBody>
      </p:sp>
      <p:sp>
        <p:nvSpPr>
          <p:cNvPr id="3" name="Tijdelijke aanduiding voor tekst 2"/>
          <p:cNvSpPr>
            <a:spLocks noGrp="1"/>
          </p:cNvSpPr>
          <p:nvPr>
            <p:ph type="body" idx="1"/>
          </p:nvPr>
        </p:nvSpPr>
        <p:spPr>
          <a:xfrm>
            <a:off x="575999" y="4359600"/>
            <a:ext cx="6096264" cy="1501200"/>
          </a:xfrm>
        </p:spPr>
        <p:txBody>
          <a:bodyPr lIns="0" tIns="0" rIns="0" bIns="0"/>
          <a:lstStyle>
            <a:lvl1pPr marL="0" indent="0">
              <a:buNone/>
              <a:defRPr sz="2400" baseline="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Tijdelijke aanduiding voor datum 3"/>
          <p:cNvSpPr>
            <a:spLocks noGrp="1"/>
          </p:cNvSpPr>
          <p:nvPr>
            <p:ph type="dt" sz="half" idx="10"/>
          </p:nvPr>
        </p:nvSpPr>
        <p:spPr/>
        <p:txBody>
          <a:bodyPr/>
          <a:lstStyle/>
          <a:p>
            <a:r>
              <a:rPr lang="nl-BE"/>
              <a:t>04/06/2025</a:t>
            </a:r>
            <a:endParaRPr lang="nl-NL"/>
          </a:p>
        </p:txBody>
      </p:sp>
      <p:sp>
        <p:nvSpPr>
          <p:cNvPr id="5" name="Tijdelijke aanduiding voor voettekst 4"/>
          <p:cNvSpPr>
            <a:spLocks noGrp="1"/>
          </p:cNvSpPr>
          <p:nvPr>
            <p:ph type="ftr" sz="quarter" idx="11"/>
          </p:nvPr>
        </p:nvSpPr>
        <p:spPr/>
        <p:txBody>
          <a:bodyPr/>
          <a:lstStyle/>
          <a:p>
            <a:r>
              <a:rPr lang="nl-NL"/>
              <a:t>NIKAW</a:t>
            </a:r>
          </a:p>
        </p:txBody>
      </p:sp>
      <p:sp>
        <p:nvSpPr>
          <p:cNvPr id="6" name="Tijdelijke aanduiding voor dianummer 5"/>
          <p:cNvSpPr>
            <a:spLocks noGrp="1"/>
          </p:cNvSpPr>
          <p:nvPr>
            <p:ph type="sldNum" sz="quarter" idx="12"/>
          </p:nvPr>
        </p:nvSpPr>
        <p:spPr/>
        <p:txBody>
          <a:bodyPr/>
          <a:lstStyle/>
          <a:p>
            <a:fld id="{0A297500-7527-634B-90F4-69D0994C32B4}" type="slidenum">
              <a:rPr lang="nl-NL" smtClean="0"/>
              <a:t>‹#›</a:t>
            </a:fld>
            <a:endParaRPr lang="nl-NL"/>
          </a:p>
        </p:txBody>
      </p:sp>
      <p:sp>
        <p:nvSpPr>
          <p:cNvPr id="8" name="Picture Placeholder 4"/>
          <p:cNvSpPr>
            <a:spLocks noGrp="1"/>
          </p:cNvSpPr>
          <p:nvPr>
            <p:ph type="pic" sz="quarter" idx="13"/>
          </p:nvPr>
        </p:nvSpPr>
        <p:spPr>
          <a:xfrm>
            <a:off x="7248525" y="584201"/>
            <a:ext cx="4368673" cy="2376000"/>
          </a:xfrm>
        </p:spPr>
        <p:txBody>
          <a:bodyPr/>
          <a:lstStyle/>
          <a:p>
            <a:r>
              <a:rPr lang="en-US"/>
              <a:t>Click icon to add picture</a:t>
            </a:r>
            <a:endParaRPr lang="nl-NL"/>
          </a:p>
        </p:txBody>
      </p:sp>
      <p:sp>
        <p:nvSpPr>
          <p:cNvPr id="9" name="Picture Placeholder 4"/>
          <p:cNvSpPr>
            <a:spLocks noGrp="1"/>
          </p:cNvSpPr>
          <p:nvPr>
            <p:ph type="pic" sz="quarter" idx="14"/>
          </p:nvPr>
        </p:nvSpPr>
        <p:spPr>
          <a:xfrm>
            <a:off x="7248262" y="3248513"/>
            <a:ext cx="4368673" cy="2376000"/>
          </a:xfrm>
        </p:spPr>
        <p:txBody>
          <a:bodyPr/>
          <a:lstStyle/>
          <a:p>
            <a:r>
              <a:rPr lang="en-US"/>
              <a:t>Click icon to add picture</a:t>
            </a:r>
            <a:endParaRPr lang="nl-NL"/>
          </a:p>
        </p:txBody>
      </p:sp>
    </p:spTree>
    <p:extLst>
      <p:ext uri="{BB962C8B-B14F-4D97-AF65-F5344CB8AC3E}">
        <p14:creationId xmlns:p14="http://schemas.microsoft.com/office/powerpoint/2010/main" val="952148524"/>
      </p:ext>
    </p:extLst>
  </p:cSld>
  <p:clrMapOvr>
    <a:masterClrMapping/>
  </p:clrMapOvr>
  <p:extLst>
    <p:ext uri="{DCECCB84-F9BA-43D5-87BE-67443E8EF086}">
      <p15:sldGuideLst xmlns:p15="http://schemas.microsoft.com/office/powerpoint/2012/main">
        <p15:guide id="1" orient="horz" pos="3543">
          <p15:clr>
            <a:srgbClr val="FBAE40"/>
          </p15:clr>
        </p15:guide>
        <p15:guide id="2" pos="4203">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Section Header_White">
    <p:spTree>
      <p:nvGrpSpPr>
        <p:cNvPr id="1" name=""/>
        <p:cNvGrpSpPr/>
        <p:nvPr/>
      </p:nvGrpSpPr>
      <p:grpSpPr>
        <a:xfrm>
          <a:off x="0" y="0"/>
          <a:ext cx="0" cy="0"/>
          <a:chOff x="0" y="0"/>
          <a:chExt cx="0" cy="0"/>
        </a:xfrm>
      </p:grpSpPr>
      <p:sp>
        <p:nvSpPr>
          <p:cNvPr id="2" name="Titel 1"/>
          <p:cNvSpPr>
            <a:spLocks noGrp="1"/>
          </p:cNvSpPr>
          <p:nvPr>
            <p:ph type="title"/>
          </p:nvPr>
        </p:nvSpPr>
        <p:spPr>
          <a:xfrm>
            <a:off x="575999" y="1800000"/>
            <a:ext cx="6096264" cy="2386800"/>
          </a:xfrm>
        </p:spPr>
        <p:txBody>
          <a:bodyPr anchor="b">
            <a:normAutofit/>
          </a:bodyPr>
          <a:lstStyle>
            <a:lvl1pPr>
              <a:defRPr sz="4000"/>
            </a:lvl1pPr>
          </a:lstStyle>
          <a:p>
            <a:r>
              <a:rPr lang="en-US"/>
              <a:t>Click to edit Master title style</a:t>
            </a:r>
            <a:endParaRPr lang="nl-NL"/>
          </a:p>
        </p:txBody>
      </p:sp>
      <p:sp>
        <p:nvSpPr>
          <p:cNvPr id="3" name="Tijdelijke aanduiding voor tekst 2"/>
          <p:cNvSpPr>
            <a:spLocks noGrp="1"/>
          </p:cNvSpPr>
          <p:nvPr>
            <p:ph type="body" idx="1"/>
          </p:nvPr>
        </p:nvSpPr>
        <p:spPr>
          <a:xfrm>
            <a:off x="575999" y="4359600"/>
            <a:ext cx="6096264" cy="1501200"/>
          </a:xfrm>
        </p:spPr>
        <p:txBody>
          <a:bodyPr lIns="0" tIns="0" rIns="0" bIns="0"/>
          <a:lstStyle>
            <a:lvl1pPr marL="0" indent="0">
              <a:buNone/>
              <a:defRPr sz="2400" baseline="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Tijdelijke aanduiding voor datum 3"/>
          <p:cNvSpPr>
            <a:spLocks noGrp="1"/>
          </p:cNvSpPr>
          <p:nvPr>
            <p:ph type="dt" sz="half" idx="10"/>
          </p:nvPr>
        </p:nvSpPr>
        <p:spPr/>
        <p:txBody>
          <a:bodyPr/>
          <a:lstStyle/>
          <a:p>
            <a:r>
              <a:rPr lang="nl-BE"/>
              <a:t>04/06/2025</a:t>
            </a:r>
            <a:endParaRPr lang="nl-NL"/>
          </a:p>
        </p:txBody>
      </p:sp>
      <p:sp>
        <p:nvSpPr>
          <p:cNvPr id="5" name="Tijdelijke aanduiding voor voettekst 4"/>
          <p:cNvSpPr>
            <a:spLocks noGrp="1"/>
          </p:cNvSpPr>
          <p:nvPr>
            <p:ph type="ftr" sz="quarter" idx="11"/>
          </p:nvPr>
        </p:nvSpPr>
        <p:spPr/>
        <p:txBody>
          <a:bodyPr/>
          <a:lstStyle/>
          <a:p>
            <a:r>
              <a:rPr lang="nl-NL"/>
              <a:t>NIKAW</a:t>
            </a:r>
          </a:p>
        </p:txBody>
      </p:sp>
      <p:sp>
        <p:nvSpPr>
          <p:cNvPr id="6" name="Tijdelijke aanduiding voor dianummer 5"/>
          <p:cNvSpPr>
            <a:spLocks noGrp="1"/>
          </p:cNvSpPr>
          <p:nvPr>
            <p:ph type="sldNum" sz="quarter" idx="12"/>
          </p:nvPr>
        </p:nvSpPr>
        <p:spPr/>
        <p:txBody>
          <a:bodyPr/>
          <a:lstStyle/>
          <a:p>
            <a:fld id="{0A297500-7527-634B-90F4-69D0994C32B4}" type="slidenum">
              <a:rPr lang="nl-NL" smtClean="0"/>
              <a:t>‹#›</a:t>
            </a:fld>
            <a:endParaRPr lang="nl-NL"/>
          </a:p>
        </p:txBody>
      </p:sp>
      <p:sp>
        <p:nvSpPr>
          <p:cNvPr id="7" name="Picture Placeholder 4"/>
          <p:cNvSpPr>
            <a:spLocks noGrp="1"/>
          </p:cNvSpPr>
          <p:nvPr>
            <p:ph type="pic" sz="quarter" idx="13"/>
          </p:nvPr>
        </p:nvSpPr>
        <p:spPr>
          <a:xfrm>
            <a:off x="7248525" y="584201"/>
            <a:ext cx="4368673" cy="5040312"/>
          </a:xfrm>
        </p:spPr>
        <p:txBody>
          <a:bodyPr/>
          <a:lstStyle/>
          <a:p>
            <a:r>
              <a:rPr lang="en-US"/>
              <a:t>Click icon to add picture</a:t>
            </a:r>
            <a:endParaRPr lang="nl-NL"/>
          </a:p>
        </p:txBody>
      </p:sp>
    </p:spTree>
  </p:cSld>
  <p:clrMapOvr>
    <a:masterClrMapping/>
  </p:clrMapOvr>
  <p:extLst>
    <p:ext uri="{DCECCB84-F9BA-43D5-87BE-67443E8EF086}">
      <p15:sldGuideLst xmlns:p15="http://schemas.microsoft.com/office/powerpoint/2012/main">
        <p15:guide id="1" orient="horz" pos="3543" userDrawn="1">
          <p15:clr>
            <a:srgbClr val="FBAE40"/>
          </p15:clr>
        </p15:guide>
        <p15:guide id="2" pos="4203" userDrawn="1">
          <p15:clr>
            <a:srgbClr val="FBAE40"/>
          </p15:clr>
        </p15:guide>
        <p15:guide id="3" orient="horz" pos="368"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5" name="Tijdelijke aanduiding voor datum 4"/>
          <p:cNvSpPr>
            <a:spLocks noGrp="1"/>
          </p:cNvSpPr>
          <p:nvPr>
            <p:ph type="dt" sz="half" idx="10"/>
          </p:nvPr>
        </p:nvSpPr>
        <p:spPr/>
        <p:txBody>
          <a:bodyPr/>
          <a:lstStyle/>
          <a:p>
            <a:r>
              <a:rPr lang="nl-BE"/>
              <a:t>04/06/2025</a:t>
            </a:r>
            <a:endParaRPr lang="nl-NL"/>
          </a:p>
        </p:txBody>
      </p:sp>
      <p:sp>
        <p:nvSpPr>
          <p:cNvPr id="6" name="Tijdelijke aanduiding voor voettekst 5"/>
          <p:cNvSpPr>
            <a:spLocks noGrp="1"/>
          </p:cNvSpPr>
          <p:nvPr>
            <p:ph type="ftr" sz="quarter" idx="11"/>
          </p:nvPr>
        </p:nvSpPr>
        <p:spPr/>
        <p:txBody>
          <a:bodyPr/>
          <a:lstStyle/>
          <a:p>
            <a:r>
              <a:rPr lang="nl-NL"/>
              <a:t>NIKAW</a:t>
            </a:r>
          </a:p>
        </p:txBody>
      </p:sp>
      <p:sp>
        <p:nvSpPr>
          <p:cNvPr id="7" name="Tijdelijke aanduiding voor dianummer 6"/>
          <p:cNvSpPr>
            <a:spLocks noGrp="1"/>
          </p:cNvSpPr>
          <p:nvPr>
            <p:ph type="sldNum" sz="quarter" idx="12"/>
          </p:nvPr>
        </p:nvSpPr>
        <p:spPr/>
        <p:txBody>
          <a:bodyPr/>
          <a:lstStyle/>
          <a:p>
            <a:fld id="{0A297500-7527-634B-90F4-69D0994C32B4}" type="slidenum">
              <a:rPr lang="nl-NL" smtClean="0"/>
              <a:t>‹#›</a:t>
            </a:fld>
            <a:endParaRPr lang="nl-NL"/>
          </a:p>
        </p:txBody>
      </p:sp>
      <p:sp>
        <p:nvSpPr>
          <p:cNvPr id="9" name="Tijdelijke aanduiding voor tekst 2"/>
          <p:cNvSpPr>
            <a:spLocks noGrp="1"/>
          </p:cNvSpPr>
          <p:nvPr>
            <p:ph idx="1"/>
          </p:nvPr>
        </p:nvSpPr>
        <p:spPr>
          <a:xfrm>
            <a:off x="576000" y="1656000"/>
            <a:ext cx="5400000" cy="4464000"/>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nl-NL"/>
          </a:p>
        </p:txBody>
      </p:sp>
      <p:sp>
        <p:nvSpPr>
          <p:cNvPr id="12" name="Content Placeholder 11"/>
          <p:cNvSpPr>
            <a:spLocks noGrp="1"/>
          </p:cNvSpPr>
          <p:nvPr>
            <p:ph sz="quarter" idx="13"/>
          </p:nvPr>
        </p:nvSpPr>
        <p:spPr>
          <a:xfrm>
            <a:off x="6217200" y="1656000"/>
            <a:ext cx="5400000" cy="44640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nl-NL"/>
          </a:p>
        </p:txBody>
      </p:sp>
      <p:sp>
        <p:nvSpPr>
          <p:cNvPr id="2" name="Titel 1"/>
          <p:cNvSpPr>
            <a:spLocks noGrp="1"/>
          </p:cNvSpPr>
          <p:nvPr>
            <p:ph type="title"/>
          </p:nvPr>
        </p:nvSpPr>
        <p:spPr/>
        <p:txBody>
          <a:bodyPr/>
          <a:lstStyle/>
          <a:p>
            <a:r>
              <a:rPr lang="en-US"/>
              <a:t>Click to edit Master title style</a:t>
            </a:r>
            <a:endParaRPr lang="nl-BE"/>
          </a:p>
        </p:txBody>
      </p:sp>
    </p:spTree>
    <p:extLst>
      <p:ext uri="{BB962C8B-B14F-4D97-AF65-F5344CB8AC3E}">
        <p14:creationId xmlns:p14="http://schemas.microsoft.com/office/powerpoint/2010/main" val="185958907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ijdelijke aanduiding voor tekst 2"/>
          <p:cNvSpPr>
            <a:spLocks noGrp="1"/>
          </p:cNvSpPr>
          <p:nvPr>
            <p:ph type="body" idx="1"/>
          </p:nvPr>
        </p:nvSpPr>
        <p:spPr>
          <a:xfrm>
            <a:off x="576000" y="1656000"/>
            <a:ext cx="5421575" cy="54000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Tijdelijke aanduiding voor inhoud 3"/>
          <p:cNvSpPr>
            <a:spLocks noGrp="1"/>
          </p:cNvSpPr>
          <p:nvPr>
            <p:ph sz="half" idx="2"/>
          </p:nvPr>
        </p:nvSpPr>
        <p:spPr>
          <a:xfrm>
            <a:off x="576000" y="2276271"/>
            <a:ext cx="5421575" cy="383765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nl-NL"/>
          </a:p>
        </p:txBody>
      </p:sp>
      <p:sp>
        <p:nvSpPr>
          <p:cNvPr id="5" name="Tijdelijke aanduiding voor tekst 4"/>
          <p:cNvSpPr>
            <a:spLocks noGrp="1"/>
          </p:cNvSpPr>
          <p:nvPr>
            <p:ph type="body" sz="quarter" idx="3"/>
          </p:nvPr>
        </p:nvSpPr>
        <p:spPr>
          <a:xfrm>
            <a:off x="6172200" y="1656000"/>
            <a:ext cx="5445000" cy="54000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Tijdelijke aanduiding voor inhoud 5"/>
          <p:cNvSpPr>
            <a:spLocks noGrp="1"/>
          </p:cNvSpPr>
          <p:nvPr>
            <p:ph sz="quarter" idx="4"/>
          </p:nvPr>
        </p:nvSpPr>
        <p:spPr>
          <a:xfrm>
            <a:off x="6172200" y="2276271"/>
            <a:ext cx="5445000" cy="383765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nl-NL"/>
          </a:p>
        </p:txBody>
      </p:sp>
      <p:sp>
        <p:nvSpPr>
          <p:cNvPr id="7" name="Tijdelijke aanduiding voor datum 6"/>
          <p:cNvSpPr>
            <a:spLocks noGrp="1"/>
          </p:cNvSpPr>
          <p:nvPr>
            <p:ph type="dt" sz="half" idx="10"/>
          </p:nvPr>
        </p:nvSpPr>
        <p:spPr/>
        <p:txBody>
          <a:bodyPr/>
          <a:lstStyle/>
          <a:p>
            <a:r>
              <a:rPr lang="nl-BE"/>
              <a:t>04/06/2025</a:t>
            </a:r>
            <a:endParaRPr lang="nl-NL"/>
          </a:p>
        </p:txBody>
      </p:sp>
      <p:sp>
        <p:nvSpPr>
          <p:cNvPr id="8" name="Tijdelijke aanduiding voor voettekst 7"/>
          <p:cNvSpPr>
            <a:spLocks noGrp="1"/>
          </p:cNvSpPr>
          <p:nvPr>
            <p:ph type="ftr" sz="quarter" idx="11"/>
          </p:nvPr>
        </p:nvSpPr>
        <p:spPr/>
        <p:txBody>
          <a:bodyPr/>
          <a:lstStyle/>
          <a:p>
            <a:r>
              <a:rPr lang="nl-NL"/>
              <a:t>NIKAW</a:t>
            </a:r>
          </a:p>
        </p:txBody>
      </p:sp>
      <p:sp>
        <p:nvSpPr>
          <p:cNvPr id="9" name="Tijdelijke aanduiding voor dianummer 8"/>
          <p:cNvSpPr>
            <a:spLocks noGrp="1"/>
          </p:cNvSpPr>
          <p:nvPr>
            <p:ph type="sldNum" sz="quarter" idx="12"/>
          </p:nvPr>
        </p:nvSpPr>
        <p:spPr/>
        <p:txBody>
          <a:bodyPr/>
          <a:lstStyle/>
          <a:p>
            <a:fld id="{0A297500-7527-634B-90F4-69D0994C32B4}" type="slidenum">
              <a:rPr lang="nl-NL" smtClean="0"/>
              <a:t>‹#›</a:t>
            </a:fld>
            <a:endParaRPr lang="nl-NL"/>
          </a:p>
        </p:txBody>
      </p:sp>
      <p:sp>
        <p:nvSpPr>
          <p:cNvPr id="2" name="Titel 1"/>
          <p:cNvSpPr>
            <a:spLocks noGrp="1"/>
          </p:cNvSpPr>
          <p:nvPr>
            <p:ph type="title"/>
          </p:nvPr>
        </p:nvSpPr>
        <p:spPr/>
        <p:txBody>
          <a:bodyPr/>
          <a:lstStyle/>
          <a:p>
            <a:r>
              <a:rPr lang="en-US"/>
              <a:t>Click to edit Master title style</a:t>
            </a:r>
            <a:endParaRPr lang="nl-BE"/>
          </a:p>
        </p:txBody>
      </p:sp>
    </p:spTree>
    <p:extLst>
      <p:ext uri="{BB962C8B-B14F-4D97-AF65-F5344CB8AC3E}">
        <p14:creationId xmlns:p14="http://schemas.microsoft.com/office/powerpoint/2010/main" val="178400150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Tijdelijke aanduiding voor datum 2"/>
          <p:cNvSpPr>
            <a:spLocks noGrp="1"/>
          </p:cNvSpPr>
          <p:nvPr>
            <p:ph type="dt" sz="half" idx="10"/>
          </p:nvPr>
        </p:nvSpPr>
        <p:spPr/>
        <p:txBody>
          <a:bodyPr/>
          <a:lstStyle/>
          <a:p>
            <a:r>
              <a:rPr lang="nl-BE"/>
              <a:t>04/06/2025</a:t>
            </a:r>
            <a:endParaRPr lang="nl-NL"/>
          </a:p>
        </p:txBody>
      </p:sp>
      <p:sp>
        <p:nvSpPr>
          <p:cNvPr id="4" name="Tijdelijke aanduiding voor voettekst 3"/>
          <p:cNvSpPr>
            <a:spLocks noGrp="1"/>
          </p:cNvSpPr>
          <p:nvPr>
            <p:ph type="ftr" sz="quarter" idx="11"/>
          </p:nvPr>
        </p:nvSpPr>
        <p:spPr/>
        <p:txBody>
          <a:bodyPr/>
          <a:lstStyle/>
          <a:p>
            <a:r>
              <a:rPr lang="nl-NL"/>
              <a:t>NIKAW</a:t>
            </a:r>
          </a:p>
        </p:txBody>
      </p:sp>
      <p:sp>
        <p:nvSpPr>
          <p:cNvPr id="5" name="Tijdelijke aanduiding voor dianummer 4"/>
          <p:cNvSpPr>
            <a:spLocks noGrp="1"/>
          </p:cNvSpPr>
          <p:nvPr>
            <p:ph type="sldNum" sz="quarter" idx="12"/>
          </p:nvPr>
        </p:nvSpPr>
        <p:spPr/>
        <p:txBody>
          <a:bodyPr/>
          <a:lstStyle/>
          <a:p>
            <a:fld id="{0A297500-7527-634B-90F4-69D0994C32B4}" type="slidenum">
              <a:rPr lang="nl-NL" smtClean="0"/>
              <a:t>‹#›</a:t>
            </a:fld>
            <a:endParaRPr lang="nl-NL"/>
          </a:p>
        </p:txBody>
      </p:sp>
      <p:sp>
        <p:nvSpPr>
          <p:cNvPr id="6" name="Title 5"/>
          <p:cNvSpPr>
            <a:spLocks noGrp="1"/>
          </p:cNvSpPr>
          <p:nvPr>
            <p:ph type="title"/>
          </p:nvPr>
        </p:nvSpPr>
        <p:spPr/>
        <p:txBody>
          <a:bodyPr/>
          <a:lstStyle/>
          <a:p>
            <a:r>
              <a:rPr lang="en-US"/>
              <a:t>Click to edit Master title style</a:t>
            </a:r>
            <a:endParaRPr lang="nl-NL"/>
          </a:p>
        </p:txBody>
      </p:sp>
    </p:spTree>
    <p:extLst>
      <p:ext uri="{BB962C8B-B14F-4D97-AF65-F5344CB8AC3E}">
        <p14:creationId xmlns:p14="http://schemas.microsoft.com/office/powerpoint/2010/main" val="54663192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Tijdelijke aanduiding voor datum 1"/>
          <p:cNvSpPr>
            <a:spLocks noGrp="1"/>
          </p:cNvSpPr>
          <p:nvPr>
            <p:ph type="dt" sz="half" idx="10"/>
          </p:nvPr>
        </p:nvSpPr>
        <p:spPr/>
        <p:txBody>
          <a:bodyPr/>
          <a:lstStyle/>
          <a:p>
            <a:r>
              <a:rPr lang="nl-BE"/>
              <a:t>04/06/2025</a:t>
            </a:r>
            <a:endParaRPr lang="nl-NL"/>
          </a:p>
        </p:txBody>
      </p:sp>
      <p:sp>
        <p:nvSpPr>
          <p:cNvPr id="3" name="Tijdelijke aanduiding voor voettekst 2"/>
          <p:cNvSpPr>
            <a:spLocks noGrp="1"/>
          </p:cNvSpPr>
          <p:nvPr>
            <p:ph type="ftr" sz="quarter" idx="11"/>
          </p:nvPr>
        </p:nvSpPr>
        <p:spPr/>
        <p:txBody>
          <a:bodyPr/>
          <a:lstStyle/>
          <a:p>
            <a:r>
              <a:rPr lang="nl-NL"/>
              <a:t>NIKAW</a:t>
            </a:r>
          </a:p>
        </p:txBody>
      </p:sp>
      <p:sp>
        <p:nvSpPr>
          <p:cNvPr id="4" name="Tijdelijke aanduiding voor dianummer 3"/>
          <p:cNvSpPr>
            <a:spLocks noGrp="1"/>
          </p:cNvSpPr>
          <p:nvPr>
            <p:ph type="sldNum" sz="quarter" idx="12"/>
          </p:nvPr>
        </p:nvSpPr>
        <p:spPr/>
        <p:txBody>
          <a:bodyPr/>
          <a:lstStyle/>
          <a:p>
            <a:fld id="{0A297500-7527-634B-90F4-69D0994C32B4}" type="slidenum">
              <a:rPr lang="nl-NL" smtClean="0"/>
              <a:t>‹#›</a:t>
            </a:fld>
            <a:endParaRPr lang="nl-NL"/>
          </a:p>
        </p:txBody>
      </p:sp>
    </p:spTree>
    <p:extLst>
      <p:ext uri="{BB962C8B-B14F-4D97-AF65-F5344CB8AC3E}">
        <p14:creationId xmlns:p14="http://schemas.microsoft.com/office/powerpoint/2010/main" val="30777203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Section Header_Finish">
    <p:spTree>
      <p:nvGrpSpPr>
        <p:cNvPr id="1" name=""/>
        <p:cNvGrpSpPr/>
        <p:nvPr/>
      </p:nvGrpSpPr>
      <p:grpSpPr>
        <a:xfrm>
          <a:off x="0" y="0"/>
          <a:ext cx="0" cy="0"/>
          <a:chOff x="0" y="0"/>
          <a:chExt cx="0" cy="0"/>
        </a:xfrm>
      </p:grpSpPr>
      <p:sp>
        <p:nvSpPr>
          <p:cNvPr id="9" name="Rechthoek 8"/>
          <p:cNvSpPr/>
          <p:nvPr userDrawn="1"/>
        </p:nvSpPr>
        <p:spPr>
          <a:xfrm>
            <a:off x="0" y="0"/>
            <a:ext cx="12193200" cy="620999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nl-BE"/>
          </a:p>
        </p:txBody>
      </p:sp>
      <p:sp>
        <p:nvSpPr>
          <p:cNvPr id="2" name="Titel 1"/>
          <p:cNvSpPr>
            <a:spLocks noGrp="1"/>
          </p:cNvSpPr>
          <p:nvPr>
            <p:ph type="title"/>
          </p:nvPr>
        </p:nvSpPr>
        <p:spPr>
          <a:xfrm>
            <a:off x="579120" y="510988"/>
            <a:ext cx="11039793" cy="5184424"/>
          </a:xfrm>
        </p:spPr>
        <p:txBody>
          <a:bodyPr anchor="ctr" anchorCtr="0">
            <a:noAutofit/>
          </a:bodyPr>
          <a:lstStyle>
            <a:lvl1pPr algn="ctr">
              <a:defRPr sz="6000" baseline="0">
                <a:solidFill>
                  <a:schemeClr val="bg1"/>
                </a:solidFill>
              </a:defRPr>
            </a:lvl1pPr>
          </a:lstStyle>
          <a:p>
            <a:r>
              <a:rPr lang="en-US"/>
              <a:t>Click to edit Master title style</a:t>
            </a:r>
            <a:endParaRPr lang="nl-NL"/>
          </a:p>
        </p:txBody>
      </p:sp>
      <p:sp>
        <p:nvSpPr>
          <p:cNvPr id="4" name="Tijdelijke aanduiding voor datum 3"/>
          <p:cNvSpPr>
            <a:spLocks noGrp="1"/>
          </p:cNvSpPr>
          <p:nvPr>
            <p:ph type="dt" sz="half" idx="10"/>
          </p:nvPr>
        </p:nvSpPr>
        <p:spPr/>
        <p:txBody>
          <a:bodyPr/>
          <a:lstStyle/>
          <a:p>
            <a:r>
              <a:rPr lang="nl-BE"/>
              <a:t>04/06/2025</a:t>
            </a:r>
            <a:endParaRPr lang="nl-NL"/>
          </a:p>
        </p:txBody>
      </p:sp>
      <p:sp>
        <p:nvSpPr>
          <p:cNvPr id="5" name="Tijdelijke aanduiding voor voettekst 4"/>
          <p:cNvSpPr>
            <a:spLocks noGrp="1"/>
          </p:cNvSpPr>
          <p:nvPr>
            <p:ph type="ftr" sz="quarter" idx="11"/>
          </p:nvPr>
        </p:nvSpPr>
        <p:spPr/>
        <p:txBody>
          <a:bodyPr/>
          <a:lstStyle/>
          <a:p>
            <a:r>
              <a:rPr lang="nl-NL"/>
              <a:t>NIKAW</a:t>
            </a:r>
          </a:p>
        </p:txBody>
      </p:sp>
      <p:sp>
        <p:nvSpPr>
          <p:cNvPr id="6" name="Tijdelijke aanduiding voor dianummer 5"/>
          <p:cNvSpPr>
            <a:spLocks noGrp="1"/>
          </p:cNvSpPr>
          <p:nvPr>
            <p:ph type="sldNum" sz="quarter" idx="12"/>
          </p:nvPr>
        </p:nvSpPr>
        <p:spPr/>
        <p:txBody>
          <a:bodyPr/>
          <a:lstStyle/>
          <a:p>
            <a:fld id="{0A297500-7527-634B-90F4-69D0994C32B4}" type="slidenum">
              <a:rPr lang="nl-NL" smtClean="0"/>
              <a:t>‹#›</a:t>
            </a:fld>
            <a:endParaRPr lang="nl-NL"/>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userDrawn="1">
  <p:cSld name="Agenda">
    <p:spTree>
      <p:nvGrpSpPr>
        <p:cNvPr id="1" name=""/>
        <p:cNvGrpSpPr/>
        <p:nvPr/>
      </p:nvGrpSpPr>
      <p:grpSpPr>
        <a:xfrm>
          <a:off x="0" y="0"/>
          <a:ext cx="0" cy="0"/>
          <a:chOff x="0" y="0"/>
          <a:chExt cx="0" cy="0"/>
        </a:xfrm>
      </p:grpSpPr>
      <p:sp>
        <p:nvSpPr>
          <p:cNvPr id="2" name="Tijdelijke aanduiding voor datum 1">
            <a:extLst>
              <a:ext uri="{FF2B5EF4-FFF2-40B4-BE49-F238E27FC236}">
                <a16:creationId xmlns:a16="http://schemas.microsoft.com/office/drawing/2014/main" id="{94E9223F-721F-47BF-9FD5-0F8D12FF0DE1}"/>
              </a:ext>
            </a:extLst>
          </p:cNvPr>
          <p:cNvSpPr>
            <a:spLocks noGrp="1"/>
          </p:cNvSpPr>
          <p:nvPr>
            <p:ph type="dt" sz="half" idx="10"/>
          </p:nvPr>
        </p:nvSpPr>
        <p:spPr/>
        <p:txBody>
          <a:bodyPr rtlCol="0"/>
          <a:lstStyle/>
          <a:p>
            <a:pPr rtl="0"/>
            <a:r>
              <a:rPr lang="nl-BE" noProof="0"/>
              <a:t>04/06/2025</a:t>
            </a:r>
            <a:endParaRPr lang="nl-NL" noProof="0"/>
          </a:p>
        </p:txBody>
      </p:sp>
      <p:sp>
        <p:nvSpPr>
          <p:cNvPr id="3" name="Tijdelijke aanduiding voor voettekst 2">
            <a:extLst>
              <a:ext uri="{FF2B5EF4-FFF2-40B4-BE49-F238E27FC236}">
                <a16:creationId xmlns:a16="http://schemas.microsoft.com/office/drawing/2014/main" id="{05915714-6BBA-4593-8591-4E26F7D58D9F}"/>
              </a:ext>
            </a:extLst>
          </p:cNvPr>
          <p:cNvSpPr>
            <a:spLocks noGrp="1"/>
          </p:cNvSpPr>
          <p:nvPr>
            <p:ph type="ftr" sz="quarter" idx="11"/>
          </p:nvPr>
        </p:nvSpPr>
        <p:spPr/>
        <p:txBody>
          <a:bodyPr rtlCol="0"/>
          <a:lstStyle/>
          <a:p>
            <a:pPr rtl="0"/>
            <a:r>
              <a:rPr lang="nl-NL" noProof="0"/>
              <a:t>NIKAW</a:t>
            </a:r>
          </a:p>
        </p:txBody>
      </p:sp>
      <p:sp>
        <p:nvSpPr>
          <p:cNvPr id="4" name="Tijdelijke aanduiding voor dianummer 3">
            <a:extLst>
              <a:ext uri="{FF2B5EF4-FFF2-40B4-BE49-F238E27FC236}">
                <a16:creationId xmlns:a16="http://schemas.microsoft.com/office/drawing/2014/main" id="{BE06F857-D2E1-44DD-ABDD-EBB739645B67}"/>
              </a:ext>
            </a:extLst>
          </p:cNvPr>
          <p:cNvSpPr>
            <a:spLocks noGrp="1"/>
          </p:cNvSpPr>
          <p:nvPr>
            <p:ph type="sldNum" sz="quarter" idx="12"/>
          </p:nvPr>
        </p:nvSpPr>
        <p:spPr/>
        <p:txBody>
          <a:bodyPr rtlCol="0"/>
          <a:lstStyle/>
          <a:p>
            <a:pPr rtl="0"/>
            <a:fld id="{3A98EE3D-8CD1-4C3F-BD1C-C98C9596463C}" type="slidenum">
              <a:rPr lang="nl-NL" noProof="0" smtClean="0"/>
              <a:t>‹#›</a:t>
            </a:fld>
            <a:endParaRPr lang="nl-NL" noProof="0"/>
          </a:p>
        </p:txBody>
      </p:sp>
      <p:sp>
        <p:nvSpPr>
          <p:cNvPr id="5" name="Rechthoek 4">
            <a:extLst>
              <a:ext uri="{FF2B5EF4-FFF2-40B4-BE49-F238E27FC236}">
                <a16:creationId xmlns:a16="http://schemas.microsoft.com/office/drawing/2014/main" id="{95E5791F-3F71-BF44-BA4E-0B7D386184DC}"/>
              </a:ext>
            </a:extLst>
          </p:cNvPr>
          <p:cNvSpPr/>
          <p:nvPr userDrawn="1"/>
        </p:nvSpPr>
        <p:spPr>
          <a:xfrm>
            <a:off x="0" y="467833"/>
            <a:ext cx="11729822" cy="58904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nl-NL" noProof="0"/>
          </a:p>
        </p:txBody>
      </p:sp>
      <p:sp>
        <p:nvSpPr>
          <p:cNvPr id="7" name="Driehoek 6">
            <a:extLst>
              <a:ext uri="{FF2B5EF4-FFF2-40B4-BE49-F238E27FC236}">
                <a16:creationId xmlns:a16="http://schemas.microsoft.com/office/drawing/2014/main" id="{19AE2E01-52D8-994A-80AC-622260011952}"/>
              </a:ext>
            </a:extLst>
          </p:cNvPr>
          <p:cNvSpPr/>
          <p:nvPr userDrawn="1"/>
        </p:nvSpPr>
        <p:spPr>
          <a:xfrm>
            <a:off x="1915754" y="3684257"/>
            <a:ext cx="3112470" cy="3112470"/>
          </a:xfrm>
          <a:prstGeom prst="triangl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nl-NL" noProof="0"/>
          </a:p>
        </p:txBody>
      </p:sp>
      <p:sp>
        <p:nvSpPr>
          <p:cNvPr id="8" name="Driehoek 7">
            <a:extLst>
              <a:ext uri="{FF2B5EF4-FFF2-40B4-BE49-F238E27FC236}">
                <a16:creationId xmlns:a16="http://schemas.microsoft.com/office/drawing/2014/main" id="{B8F16C36-FC88-9044-8303-4AAB2C148BA5}"/>
              </a:ext>
            </a:extLst>
          </p:cNvPr>
          <p:cNvSpPr/>
          <p:nvPr userDrawn="1"/>
        </p:nvSpPr>
        <p:spPr>
          <a:xfrm>
            <a:off x="4668946" y="522786"/>
            <a:ext cx="718556" cy="718556"/>
          </a:xfrm>
          <a:prstGeom prst="triangle">
            <a:avLst/>
          </a:prstGeom>
          <a:pattFill prst="dkHorz">
            <a:fgClr>
              <a:schemeClr val="accent1"/>
            </a:fgClr>
            <a:bgClr>
              <a:schemeClr val="tx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nl-NL" noProof="0"/>
          </a:p>
        </p:txBody>
      </p:sp>
      <p:sp>
        <p:nvSpPr>
          <p:cNvPr id="15" name="Tijdelijke aanduiding voor afbeelding 14">
            <a:extLst>
              <a:ext uri="{FF2B5EF4-FFF2-40B4-BE49-F238E27FC236}">
                <a16:creationId xmlns:a16="http://schemas.microsoft.com/office/drawing/2014/main" id="{7DA0D001-BFE9-164E-A088-53FE53ABF519}"/>
              </a:ext>
            </a:extLst>
          </p:cNvPr>
          <p:cNvSpPr>
            <a:spLocks noGrp="1"/>
          </p:cNvSpPr>
          <p:nvPr>
            <p:ph type="pic" sz="quarter" idx="13"/>
          </p:nvPr>
        </p:nvSpPr>
        <p:spPr>
          <a:xfrm>
            <a:off x="-1" y="0"/>
            <a:ext cx="5123378" cy="6864485"/>
          </a:xfrm>
          <a:custGeom>
            <a:avLst/>
            <a:gdLst>
              <a:gd name="connsiteX0" fmla="*/ 1602021 w 6096000"/>
              <a:gd name="connsiteY0" fmla="*/ 0 h 6858000"/>
              <a:gd name="connsiteX1" fmla="*/ 6096000 w 6096000"/>
              <a:gd name="connsiteY1" fmla="*/ 0 h 6858000"/>
              <a:gd name="connsiteX2" fmla="*/ 1612869 w 6096000"/>
              <a:gd name="connsiteY2" fmla="*/ 6841445 h 6858000"/>
              <a:gd name="connsiteX3" fmla="*/ 1612869 w 6096000"/>
              <a:gd name="connsiteY3" fmla="*/ 6858000 h 6858000"/>
              <a:gd name="connsiteX4" fmla="*/ 0 w 6096000"/>
              <a:gd name="connsiteY4" fmla="*/ 6858000 h 6858000"/>
              <a:gd name="connsiteX5" fmla="*/ 0 w 6096000"/>
              <a:gd name="connsiteY5" fmla="*/ 0 h 6858000"/>
              <a:gd name="connsiteX6" fmla="*/ 1602021 w 6096000"/>
              <a:gd name="connsiteY6" fmla="*/ 0 h 6858000"/>
              <a:gd name="connsiteX0" fmla="*/ 1602021 w 6096000"/>
              <a:gd name="connsiteY0" fmla="*/ 0 h 6858000"/>
              <a:gd name="connsiteX1" fmla="*/ 6096000 w 6096000"/>
              <a:gd name="connsiteY1" fmla="*/ 0 h 6858000"/>
              <a:gd name="connsiteX2" fmla="*/ 2014112 w 6096000"/>
              <a:gd name="connsiteY2" fmla="*/ 6857657 h 6858000"/>
              <a:gd name="connsiteX3" fmla="*/ 1612869 w 6096000"/>
              <a:gd name="connsiteY3" fmla="*/ 6858000 h 6858000"/>
              <a:gd name="connsiteX4" fmla="*/ 0 w 6096000"/>
              <a:gd name="connsiteY4" fmla="*/ 6858000 h 6858000"/>
              <a:gd name="connsiteX5" fmla="*/ 0 w 6096000"/>
              <a:gd name="connsiteY5" fmla="*/ 0 h 6858000"/>
              <a:gd name="connsiteX6" fmla="*/ 1602021 w 6096000"/>
              <a:gd name="connsiteY6" fmla="*/ 0 h 6858000"/>
              <a:gd name="connsiteX0" fmla="*/ 1602021 w 6096000"/>
              <a:gd name="connsiteY0" fmla="*/ 0 h 6864485"/>
              <a:gd name="connsiteX1" fmla="*/ 6096000 w 6096000"/>
              <a:gd name="connsiteY1" fmla="*/ 0 h 6864485"/>
              <a:gd name="connsiteX2" fmla="*/ 2014112 w 6096000"/>
              <a:gd name="connsiteY2" fmla="*/ 6857657 h 6864485"/>
              <a:gd name="connsiteX3" fmla="*/ 2033403 w 6096000"/>
              <a:gd name="connsiteY3" fmla="*/ 6864485 h 6864485"/>
              <a:gd name="connsiteX4" fmla="*/ 0 w 6096000"/>
              <a:gd name="connsiteY4" fmla="*/ 6858000 h 6864485"/>
              <a:gd name="connsiteX5" fmla="*/ 0 w 6096000"/>
              <a:gd name="connsiteY5" fmla="*/ 0 h 6864485"/>
              <a:gd name="connsiteX6" fmla="*/ 1602021 w 6096000"/>
              <a:gd name="connsiteY6" fmla="*/ 0 h 6864485"/>
              <a:gd name="connsiteX0" fmla="*/ 1602021 w 6096000"/>
              <a:gd name="connsiteY0" fmla="*/ 0 h 6864485"/>
              <a:gd name="connsiteX1" fmla="*/ 6096000 w 6096000"/>
              <a:gd name="connsiteY1" fmla="*/ 0 h 6864485"/>
              <a:gd name="connsiteX2" fmla="*/ 2014112 w 6096000"/>
              <a:gd name="connsiteY2" fmla="*/ 6857657 h 6864485"/>
              <a:gd name="connsiteX3" fmla="*/ 2002538 w 6096000"/>
              <a:gd name="connsiteY3" fmla="*/ 6864485 h 6864485"/>
              <a:gd name="connsiteX4" fmla="*/ 0 w 6096000"/>
              <a:gd name="connsiteY4" fmla="*/ 6858000 h 6864485"/>
              <a:gd name="connsiteX5" fmla="*/ 0 w 6096000"/>
              <a:gd name="connsiteY5" fmla="*/ 0 h 6864485"/>
              <a:gd name="connsiteX6" fmla="*/ 1602021 w 6096000"/>
              <a:gd name="connsiteY6" fmla="*/ 0 h 68644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96000" h="6864485">
                <a:moveTo>
                  <a:pt x="1602021" y="0"/>
                </a:moveTo>
                <a:lnTo>
                  <a:pt x="6096000" y="0"/>
                </a:lnTo>
                <a:lnTo>
                  <a:pt x="2014112" y="6857657"/>
                </a:lnTo>
                <a:lnTo>
                  <a:pt x="2002538" y="6864485"/>
                </a:lnTo>
                <a:lnTo>
                  <a:pt x="0" y="6858000"/>
                </a:lnTo>
                <a:lnTo>
                  <a:pt x="0" y="0"/>
                </a:lnTo>
                <a:lnTo>
                  <a:pt x="1602021" y="0"/>
                </a:lnTo>
                <a:close/>
              </a:path>
            </a:pathLst>
          </a:custGeom>
          <a:solidFill>
            <a:schemeClr val="accent1"/>
          </a:solidFill>
        </p:spPr>
        <p:txBody>
          <a:bodyPr wrap="square" rtlCol="0">
            <a:noAutofit/>
          </a:bodyPr>
          <a:lstStyle/>
          <a:p>
            <a:pPr rtl="0"/>
            <a:r>
              <a:rPr lang="nl-NL" noProof="0"/>
              <a:t>Klik op het pictogram als u een afbeelding wilt toevoegen</a:t>
            </a:r>
          </a:p>
        </p:txBody>
      </p:sp>
      <p:sp>
        <p:nvSpPr>
          <p:cNvPr id="16" name="Titel 1">
            <a:extLst>
              <a:ext uri="{FF2B5EF4-FFF2-40B4-BE49-F238E27FC236}">
                <a16:creationId xmlns:a16="http://schemas.microsoft.com/office/drawing/2014/main" id="{810C3D4C-012F-184D-B7D5-E89B7B9A726E}"/>
              </a:ext>
            </a:extLst>
          </p:cNvPr>
          <p:cNvSpPr>
            <a:spLocks noGrp="1"/>
          </p:cNvSpPr>
          <p:nvPr>
            <p:ph type="title" hasCustomPrompt="1"/>
          </p:nvPr>
        </p:nvSpPr>
        <p:spPr>
          <a:xfrm>
            <a:off x="4506410" y="2679259"/>
            <a:ext cx="2988860" cy="1395208"/>
          </a:xfrm>
        </p:spPr>
        <p:txBody>
          <a:bodyPr lIns="0" rtlCol="0" anchor="ctr">
            <a:normAutofit/>
          </a:bodyPr>
          <a:lstStyle>
            <a:lvl1pPr algn="ctr">
              <a:defRPr sz="3600">
                <a:solidFill>
                  <a:schemeClr val="bg1"/>
                </a:solidFill>
              </a:defRPr>
            </a:lvl1pPr>
          </a:lstStyle>
          <a:p>
            <a:pPr rtl="0"/>
            <a:r>
              <a:rPr lang="nl-NL" noProof="0"/>
              <a:t>HIER KOMT DE TITEL</a:t>
            </a:r>
          </a:p>
        </p:txBody>
      </p:sp>
      <p:sp>
        <p:nvSpPr>
          <p:cNvPr id="17" name="Tijdelijke aanduiding voor tekst 11">
            <a:extLst>
              <a:ext uri="{FF2B5EF4-FFF2-40B4-BE49-F238E27FC236}">
                <a16:creationId xmlns:a16="http://schemas.microsoft.com/office/drawing/2014/main" id="{D16862ED-2F5E-FE49-AB49-49CEC0EA332A}"/>
              </a:ext>
            </a:extLst>
          </p:cNvPr>
          <p:cNvSpPr>
            <a:spLocks noGrp="1"/>
          </p:cNvSpPr>
          <p:nvPr>
            <p:ph type="body" sz="quarter" idx="14" hasCustomPrompt="1"/>
          </p:nvPr>
        </p:nvSpPr>
        <p:spPr>
          <a:xfrm>
            <a:off x="8218426" y="793580"/>
            <a:ext cx="3304279" cy="5270839"/>
          </a:xfrm>
        </p:spPr>
        <p:txBody>
          <a:bodyPr lIns="0" rtlCol="0" anchor="ctr">
            <a:normAutofit/>
          </a:bodyPr>
          <a:lstStyle>
            <a:lvl1pPr marL="285750" indent="-285750">
              <a:lnSpc>
                <a:spcPct val="100000"/>
              </a:lnSpc>
              <a:spcBef>
                <a:spcPts val="0"/>
              </a:spcBef>
              <a:spcAft>
                <a:spcPts val="1500"/>
              </a:spcAft>
              <a:buClr>
                <a:schemeClr val="accent1"/>
              </a:buClr>
              <a:buFont typeface="Arial" panose="020B0604020202020204" pitchFamily="34" charset="0"/>
              <a:buChar char="•"/>
              <a:defRPr sz="1600" spc="0">
                <a:solidFill>
                  <a:schemeClr val="bg1"/>
                </a:solidFill>
              </a:defRPr>
            </a:lvl1pPr>
            <a:lvl2pPr>
              <a:lnSpc>
                <a:spcPct val="150000"/>
              </a:lnSpc>
              <a:defRPr sz="1200" spc="0">
                <a:solidFill>
                  <a:schemeClr val="tx2"/>
                </a:solidFill>
              </a:defRPr>
            </a:lvl2pPr>
            <a:lvl3pPr>
              <a:lnSpc>
                <a:spcPct val="150000"/>
              </a:lnSpc>
              <a:defRPr sz="1200" spc="0">
                <a:solidFill>
                  <a:schemeClr val="tx2"/>
                </a:solidFill>
              </a:defRPr>
            </a:lvl3pPr>
            <a:lvl4pPr>
              <a:lnSpc>
                <a:spcPct val="150000"/>
              </a:lnSpc>
              <a:defRPr sz="1200" spc="0">
                <a:solidFill>
                  <a:schemeClr val="tx2"/>
                </a:solidFill>
              </a:defRPr>
            </a:lvl4pPr>
            <a:lvl5pPr>
              <a:lnSpc>
                <a:spcPct val="150000"/>
              </a:lnSpc>
              <a:defRPr sz="1200" spc="0">
                <a:solidFill>
                  <a:schemeClr val="tx2"/>
                </a:solidFill>
              </a:defRPr>
            </a:lvl5pPr>
          </a:lstStyle>
          <a:p>
            <a:pPr lvl="0" rtl="0"/>
            <a:r>
              <a:rPr lang="nl-NL" noProof="0"/>
              <a:t>Hier komt tekst</a:t>
            </a:r>
          </a:p>
        </p:txBody>
      </p:sp>
    </p:spTree>
    <p:extLst>
      <p:ext uri="{BB962C8B-B14F-4D97-AF65-F5344CB8AC3E}">
        <p14:creationId xmlns:p14="http://schemas.microsoft.com/office/powerpoint/2010/main" val="45763197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SectiekopSlot">
    <p:spTree>
      <p:nvGrpSpPr>
        <p:cNvPr id="1" name=""/>
        <p:cNvGrpSpPr/>
        <p:nvPr/>
      </p:nvGrpSpPr>
      <p:grpSpPr>
        <a:xfrm>
          <a:off x="0" y="0"/>
          <a:ext cx="0" cy="0"/>
          <a:chOff x="0" y="0"/>
          <a:chExt cx="0" cy="0"/>
        </a:xfrm>
      </p:grpSpPr>
      <p:sp>
        <p:nvSpPr>
          <p:cNvPr id="9" name="Rechthoek 8"/>
          <p:cNvSpPr/>
          <p:nvPr userDrawn="1"/>
        </p:nvSpPr>
        <p:spPr>
          <a:xfrm>
            <a:off x="0" y="0"/>
            <a:ext cx="12193200" cy="620999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nl-BE"/>
          </a:p>
        </p:txBody>
      </p:sp>
      <p:sp>
        <p:nvSpPr>
          <p:cNvPr id="2" name="Titel 1"/>
          <p:cNvSpPr>
            <a:spLocks noGrp="1"/>
          </p:cNvSpPr>
          <p:nvPr>
            <p:ph type="title"/>
          </p:nvPr>
        </p:nvSpPr>
        <p:spPr>
          <a:xfrm>
            <a:off x="579120" y="510988"/>
            <a:ext cx="11039793" cy="5184424"/>
          </a:xfrm>
        </p:spPr>
        <p:txBody>
          <a:bodyPr anchor="ctr" anchorCtr="0">
            <a:noAutofit/>
          </a:bodyPr>
          <a:lstStyle>
            <a:lvl1pPr algn="ctr">
              <a:defRPr sz="6000" baseline="0">
                <a:solidFill>
                  <a:schemeClr val="bg1"/>
                </a:solidFill>
              </a:defRPr>
            </a:lvl1pPr>
          </a:lstStyle>
          <a:p>
            <a:r>
              <a:rPr lang="en-US"/>
              <a:t>Click to edit Master title style</a:t>
            </a:r>
            <a:endParaRPr lang="nl-NL"/>
          </a:p>
        </p:txBody>
      </p:sp>
      <p:sp>
        <p:nvSpPr>
          <p:cNvPr id="4" name="Tijdelijke aanduiding voor datum 3"/>
          <p:cNvSpPr>
            <a:spLocks noGrp="1"/>
          </p:cNvSpPr>
          <p:nvPr>
            <p:ph type="dt" sz="half" idx="10"/>
          </p:nvPr>
        </p:nvSpPr>
        <p:spPr/>
        <p:txBody>
          <a:bodyPr/>
          <a:lstStyle/>
          <a:p>
            <a:r>
              <a:rPr lang="nl-BE"/>
              <a:t>04/06/2025</a:t>
            </a:r>
            <a:endParaRPr lang="nl-NL"/>
          </a:p>
        </p:txBody>
      </p:sp>
      <p:sp>
        <p:nvSpPr>
          <p:cNvPr id="5" name="Tijdelijke aanduiding voor voettekst 4"/>
          <p:cNvSpPr>
            <a:spLocks noGrp="1"/>
          </p:cNvSpPr>
          <p:nvPr>
            <p:ph type="ftr" sz="quarter" idx="11"/>
          </p:nvPr>
        </p:nvSpPr>
        <p:spPr/>
        <p:txBody>
          <a:bodyPr/>
          <a:lstStyle/>
          <a:p>
            <a:r>
              <a:rPr lang="nl-NL"/>
              <a:t>NIKAW</a:t>
            </a:r>
          </a:p>
        </p:txBody>
      </p:sp>
      <p:sp>
        <p:nvSpPr>
          <p:cNvPr id="6" name="Tijdelijke aanduiding voor dianummer 5"/>
          <p:cNvSpPr>
            <a:spLocks noGrp="1"/>
          </p:cNvSpPr>
          <p:nvPr>
            <p:ph type="sldNum" sz="quarter" idx="12"/>
          </p:nvPr>
        </p:nvSpPr>
        <p:spPr/>
        <p:txBody>
          <a:bodyPr/>
          <a:lstStyle/>
          <a:p>
            <a:fld id="{0A297500-7527-634B-90F4-69D0994C32B4}" type="slidenum">
              <a:rPr lang="nl-NL" smtClean="0"/>
              <a:t>‹#›</a:t>
            </a:fld>
            <a:endParaRPr lang="nl-NL"/>
          </a:p>
        </p:txBody>
      </p:sp>
    </p:spTree>
    <p:extLst>
      <p:ext uri="{BB962C8B-B14F-4D97-AF65-F5344CB8AC3E}">
        <p14:creationId xmlns:p14="http://schemas.microsoft.com/office/powerpoint/2010/main" val="240480702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2_Agenda">
    <p:spTree>
      <p:nvGrpSpPr>
        <p:cNvPr id="1" name=""/>
        <p:cNvGrpSpPr/>
        <p:nvPr/>
      </p:nvGrpSpPr>
      <p:grpSpPr>
        <a:xfrm>
          <a:off x="0" y="0"/>
          <a:ext cx="0" cy="0"/>
          <a:chOff x="0" y="0"/>
          <a:chExt cx="0" cy="0"/>
        </a:xfrm>
      </p:grpSpPr>
      <p:grpSp>
        <p:nvGrpSpPr>
          <p:cNvPr id="6" name="Groep 5">
            <a:extLst>
              <a:ext uri="{FF2B5EF4-FFF2-40B4-BE49-F238E27FC236}">
                <a16:creationId xmlns:a16="http://schemas.microsoft.com/office/drawing/2014/main" id="{806C6F65-35CD-D64B-992A-0C1C1E00384D}"/>
              </a:ext>
            </a:extLst>
          </p:cNvPr>
          <p:cNvGrpSpPr/>
          <p:nvPr userDrawn="1"/>
        </p:nvGrpSpPr>
        <p:grpSpPr>
          <a:xfrm>
            <a:off x="6362700" y="0"/>
            <a:ext cx="5829298" cy="3235602"/>
            <a:chOff x="5612972" y="1"/>
            <a:chExt cx="6615961" cy="3672246"/>
          </a:xfrm>
        </p:grpSpPr>
        <p:sp>
          <p:nvSpPr>
            <p:cNvPr id="7" name="AutoVorm 24">
              <a:extLst>
                <a:ext uri="{FF2B5EF4-FFF2-40B4-BE49-F238E27FC236}">
                  <a16:creationId xmlns:a16="http://schemas.microsoft.com/office/drawing/2014/main" id="{CFD467E2-FF13-7E4F-BEF9-EA1A17665B2D}"/>
                </a:ext>
              </a:extLst>
            </p:cNvPr>
            <p:cNvSpPr>
              <a:spLocks/>
            </p:cNvSpPr>
            <p:nvPr/>
          </p:nvSpPr>
          <p:spPr bwMode="auto">
            <a:xfrm>
              <a:off x="5612972" y="1"/>
              <a:ext cx="4408998" cy="3672246"/>
            </a:xfrm>
            <a:custGeom>
              <a:avLst/>
              <a:gdLst>
                <a:gd name="T0" fmla="+- 0 8372 6586"/>
                <a:gd name="T1" fmla="*/ T0 w 3578"/>
                <a:gd name="T2" fmla="*/ 591 h 2980"/>
                <a:gd name="T3" fmla="+- 0 7780 6586"/>
                <a:gd name="T4" fmla="*/ T3 w 3578"/>
                <a:gd name="T5" fmla="*/ 0 h 2980"/>
                <a:gd name="T6" fmla="+- 0 6586 6586"/>
                <a:gd name="T7" fmla="*/ T6 w 3578"/>
                <a:gd name="T8" fmla="*/ 0 h 2980"/>
                <a:gd name="T9" fmla="+- 0 7774 6586"/>
                <a:gd name="T10" fmla="*/ T9 w 3578"/>
                <a:gd name="T11" fmla="*/ 1188 h 2980"/>
                <a:gd name="T12" fmla="+- 0 8372 6586"/>
                <a:gd name="T13" fmla="*/ T12 w 3578"/>
                <a:gd name="T14" fmla="*/ 591 h 2980"/>
                <a:gd name="T15" fmla="+- 0 10163 6586"/>
                <a:gd name="T16" fmla="*/ T15 w 3578"/>
                <a:gd name="T17" fmla="*/ 2383 h 2980"/>
                <a:gd name="T18" fmla="+- 0 9566 6586"/>
                <a:gd name="T19" fmla="*/ T18 w 3578"/>
                <a:gd name="T20" fmla="*/ 1786 h 2980"/>
                <a:gd name="T21" fmla="+- 0 8969 6586"/>
                <a:gd name="T22" fmla="*/ T21 w 3578"/>
                <a:gd name="T23" fmla="*/ 2383 h 2980"/>
                <a:gd name="T24" fmla="+- 0 9566 6586"/>
                <a:gd name="T25" fmla="*/ T24 w 3578"/>
                <a:gd name="T26" fmla="*/ 2980 h 2980"/>
                <a:gd name="T27" fmla="+- 0 10163 6586"/>
                <a:gd name="T28" fmla="*/ T27 w 3578"/>
                <a:gd name="T29" fmla="*/ 2383 h 2980"/>
              </a:gdLst>
              <a:ahLst/>
              <a:cxnLst>
                <a:cxn ang="0">
                  <a:pos x="T1" y="T2"/>
                </a:cxn>
                <a:cxn ang="0">
                  <a:pos x="T4" y="T5"/>
                </a:cxn>
                <a:cxn ang="0">
                  <a:pos x="T7" y="T8"/>
                </a:cxn>
                <a:cxn ang="0">
                  <a:pos x="T10" y="T11"/>
                </a:cxn>
                <a:cxn ang="0">
                  <a:pos x="T13" y="T14"/>
                </a:cxn>
                <a:cxn ang="0">
                  <a:pos x="T16" y="T17"/>
                </a:cxn>
                <a:cxn ang="0">
                  <a:pos x="T19" y="T20"/>
                </a:cxn>
                <a:cxn ang="0">
                  <a:pos x="T22" y="T23"/>
                </a:cxn>
                <a:cxn ang="0">
                  <a:pos x="T25" y="T26"/>
                </a:cxn>
                <a:cxn ang="0">
                  <a:pos x="T28" y="T29"/>
                </a:cxn>
              </a:cxnLst>
              <a:rect l="0" t="0" r="r" b="b"/>
              <a:pathLst>
                <a:path w="3578" h="2980">
                  <a:moveTo>
                    <a:pt x="1786" y="591"/>
                  </a:moveTo>
                  <a:lnTo>
                    <a:pt x="1194" y="0"/>
                  </a:lnTo>
                  <a:lnTo>
                    <a:pt x="0" y="0"/>
                  </a:lnTo>
                  <a:lnTo>
                    <a:pt x="1188" y="1188"/>
                  </a:lnTo>
                  <a:lnTo>
                    <a:pt x="1786" y="591"/>
                  </a:lnTo>
                  <a:moveTo>
                    <a:pt x="3577" y="2383"/>
                  </a:moveTo>
                  <a:lnTo>
                    <a:pt x="2980" y="1786"/>
                  </a:lnTo>
                  <a:lnTo>
                    <a:pt x="2383" y="2383"/>
                  </a:lnTo>
                  <a:lnTo>
                    <a:pt x="2980" y="2980"/>
                  </a:lnTo>
                  <a:lnTo>
                    <a:pt x="3577" y="2383"/>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nl-NL" noProof="0"/>
            </a:p>
          </p:txBody>
        </p:sp>
        <p:sp>
          <p:nvSpPr>
            <p:cNvPr id="8" name="Vrije vorm 7">
              <a:extLst>
                <a:ext uri="{FF2B5EF4-FFF2-40B4-BE49-F238E27FC236}">
                  <a16:creationId xmlns:a16="http://schemas.microsoft.com/office/drawing/2014/main" id="{CA85A327-3157-B442-993A-6900F71249AC}"/>
                </a:ext>
              </a:extLst>
            </p:cNvPr>
            <p:cNvSpPr>
              <a:spLocks/>
            </p:cNvSpPr>
            <p:nvPr/>
          </p:nvSpPr>
          <p:spPr bwMode="auto">
            <a:xfrm>
              <a:off x="6341233" y="1463970"/>
              <a:ext cx="2208196" cy="2208277"/>
            </a:xfrm>
            <a:custGeom>
              <a:avLst/>
              <a:gdLst>
                <a:gd name="T0" fmla="+- 0 7774 7177"/>
                <a:gd name="T1" fmla="*/ T0 w 1792"/>
                <a:gd name="T2" fmla="+- 0 1188 1188"/>
                <a:gd name="T3" fmla="*/ 1188 h 1792"/>
                <a:gd name="T4" fmla="+- 0 7177 7177"/>
                <a:gd name="T5" fmla="*/ T4 w 1792"/>
                <a:gd name="T6" fmla="+- 0 1786 1188"/>
                <a:gd name="T7" fmla="*/ 1786 h 1792"/>
                <a:gd name="T8" fmla="+- 0 8372 7177"/>
                <a:gd name="T9" fmla="*/ T8 w 1792"/>
                <a:gd name="T10" fmla="+- 0 2980 1188"/>
                <a:gd name="T11" fmla="*/ 2980 h 1792"/>
                <a:gd name="T12" fmla="+- 0 8969 7177"/>
                <a:gd name="T13" fmla="*/ T12 w 1792"/>
                <a:gd name="T14" fmla="+- 0 2383 1188"/>
                <a:gd name="T15" fmla="*/ 2383 h 1792"/>
                <a:gd name="T16" fmla="+- 0 7774 7177"/>
                <a:gd name="T17" fmla="*/ T16 w 1792"/>
                <a:gd name="T18" fmla="+- 0 1188 1188"/>
                <a:gd name="T19" fmla="*/ 1188 h 1792"/>
              </a:gdLst>
              <a:ahLst/>
              <a:cxnLst>
                <a:cxn ang="0">
                  <a:pos x="T1" y="T3"/>
                </a:cxn>
                <a:cxn ang="0">
                  <a:pos x="T5" y="T7"/>
                </a:cxn>
                <a:cxn ang="0">
                  <a:pos x="T9" y="T11"/>
                </a:cxn>
                <a:cxn ang="0">
                  <a:pos x="T13" y="T15"/>
                </a:cxn>
                <a:cxn ang="0">
                  <a:pos x="T17" y="T19"/>
                </a:cxn>
              </a:cxnLst>
              <a:rect l="0" t="0" r="r" b="b"/>
              <a:pathLst>
                <a:path w="1792" h="1792">
                  <a:moveTo>
                    <a:pt x="597" y="0"/>
                  </a:moveTo>
                  <a:lnTo>
                    <a:pt x="0" y="598"/>
                  </a:lnTo>
                  <a:lnTo>
                    <a:pt x="1195" y="1792"/>
                  </a:lnTo>
                  <a:lnTo>
                    <a:pt x="1792" y="1195"/>
                  </a:lnTo>
                  <a:lnTo>
                    <a:pt x="597"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nl-NL" noProof="0"/>
            </a:p>
          </p:txBody>
        </p:sp>
        <p:sp>
          <p:nvSpPr>
            <p:cNvPr id="9" name="Vrije vorm 8">
              <a:extLst>
                <a:ext uri="{FF2B5EF4-FFF2-40B4-BE49-F238E27FC236}">
                  <a16:creationId xmlns:a16="http://schemas.microsoft.com/office/drawing/2014/main" id="{9A459CB4-74AF-0544-AB1E-7CC6D10F84EB}"/>
                </a:ext>
              </a:extLst>
            </p:cNvPr>
            <p:cNvSpPr>
              <a:spLocks/>
            </p:cNvSpPr>
            <p:nvPr/>
          </p:nvSpPr>
          <p:spPr bwMode="auto">
            <a:xfrm>
              <a:off x="8555590" y="1"/>
              <a:ext cx="1457754" cy="729520"/>
            </a:xfrm>
            <a:custGeom>
              <a:avLst/>
              <a:gdLst>
                <a:gd name="T0" fmla="+- 0 10158 8975"/>
                <a:gd name="T1" fmla="*/ T0 w 1183"/>
                <a:gd name="T2" fmla="*/ 0 h 592"/>
                <a:gd name="T3" fmla="+- 0 8975 8975"/>
                <a:gd name="T4" fmla="*/ T3 w 1183"/>
                <a:gd name="T5" fmla="*/ 0 h 592"/>
                <a:gd name="T6" fmla="+- 0 9566 8975"/>
                <a:gd name="T7" fmla="*/ T6 w 1183"/>
                <a:gd name="T8" fmla="*/ 591 h 592"/>
                <a:gd name="T9" fmla="+- 0 10158 8975"/>
                <a:gd name="T10" fmla="*/ T9 w 1183"/>
                <a:gd name="T11" fmla="*/ 0 h 592"/>
              </a:gdLst>
              <a:ahLst/>
              <a:cxnLst>
                <a:cxn ang="0">
                  <a:pos x="T1" y="T2"/>
                </a:cxn>
                <a:cxn ang="0">
                  <a:pos x="T4" y="T5"/>
                </a:cxn>
                <a:cxn ang="0">
                  <a:pos x="T7" y="T8"/>
                </a:cxn>
                <a:cxn ang="0">
                  <a:pos x="T10" y="T11"/>
                </a:cxn>
              </a:cxnLst>
              <a:rect l="0" t="0" r="r" b="b"/>
              <a:pathLst>
                <a:path w="1183" h="592">
                  <a:moveTo>
                    <a:pt x="1183" y="0"/>
                  </a:moveTo>
                  <a:lnTo>
                    <a:pt x="0" y="0"/>
                  </a:lnTo>
                  <a:lnTo>
                    <a:pt x="591" y="591"/>
                  </a:lnTo>
                  <a:lnTo>
                    <a:pt x="1183"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nl-NL" noProof="0"/>
            </a:p>
          </p:txBody>
        </p:sp>
        <p:sp>
          <p:nvSpPr>
            <p:cNvPr id="10" name="Vrije vorm 9">
              <a:extLst>
                <a:ext uri="{FF2B5EF4-FFF2-40B4-BE49-F238E27FC236}">
                  <a16:creationId xmlns:a16="http://schemas.microsoft.com/office/drawing/2014/main" id="{95A20BFD-9142-D64A-A78A-61B75FCA0D76}"/>
                </a:ext>
              </a:extLst>
            </p:cNvPr>
            <p:cNvSpPr>
              <a:spLocks/>
            </p:cNvSpPr>
            <p:nvPr/>
          </p:nvSpPr>
          <p:spPr bwMode="auto">
            <a:xfrm>
              <a:off x="7076887" y="728289"/>
              <a:ext cx="2208196" cy="2208277"/>
            </a:xfrm>
            <a:custGeom>
              <a:avLst/>
              <a:gdLst>
                <a:gd name="T0" fmla="+- 0 8372 7774"/>
                <a:gd name="T1" fmla="*/ T0 w 1792"/>
                <a:gd name="T2" fmla="+- 0 591 591"/>
                <a:gd name="T3" fmla="*/ 591 h 1792"/>
                <a:gd name="T4" fmla="+- 0 7774 7774"/>
                <a:gd name="T5" fmla="*/ T4 w 1792"/>
                <a:gd name="T6" fmla="+- 0 1188 591"/>
                <a:gd name="T7" fmla="*/ 1188 h 1792"/>
                <a:gd name="T8" fmla="+- 0 8969 7774"/>
                <a:gd name="T9" fmla="*/ T8 w 1792"/>
                <a:gd name="T10" fmla="+- 0 2383 591"/>
                <a:gd name="T11" fmla="*/ 2383 h 1792"/>
                <a:gd name="T12" fmla="+- 0 9566 7774"/>
                <a:gd name="T13" fmla="*/ T12 w 1792"/>
                <a:gd name="T14" fmla="+- 0 1786 591"/>
                <a:gd name="T15" fmla="*/ 1786 h 1792"/>
                <a:gd name="T16" fmla="+- 0 8372 7774"/>
                <a:gd name="T17" fmla="*/ T16 w 1792"/>
                <a:gd name="T18" fmla="+- 0 591 591"/>
                <a:gd name="T19" fmla="*/ 591 h 1792"/>
              </a:gdLst>
              <a:ahLst/>
              <a:cxnLst>
                <a:cxn ang="0">
                  <a:pos x="T1" y="T3"/>
                </a:cxn>
                <a:cxn ang="0">
                  <a:pos x="T5" y="T7"/>
                </a:cxn>
                <a:cxn ang="0">
                  <a:pos x="T9" y="T11"/>
                </a:cxn>
                <a:cxn ang="0">
                  <a:pos x="T13" y="T15"/>
                </a:cxn>
                <a:cxn ang="0">
                  <a:pos x="T17" y="T19"/>
                </a:cxn>
              </a:cxnLst>
              <a:rect l="0" t="0" r="r" b="b"/>
              <a:pathLst>
                <a:path w="1792" h="1792">
                  <a:moveTo>
                    <a:pt x="598" y="0"/>
                  </a:moveTo>
                  <a:lnTo>
                    <a:pt x="0" y="597"/>
                  </a:lnTo>
                  <a:lnTo>
                    <a:pt x="1195" y="1792"/>
                  </a:lnTo>
                  <a:lnTo>
                    <a:pt x="1792" y="1195"/>
                  </a:lnTo>
                  <a:lnTo>
                    <a:pt x="598" y="0"/>
                  </a:lnTo>
                  <a:close/>
                </a:path>
              </a:pathLst>
            </a:custGeom>
            <a:solidFill>
              <a:schemeClr val="tx2"/>
            </a:solidFill>
            <a:ln>
              <a:noFill/>
            </a:ln>
          </p:spPr>
          <p:txBody>
            <a:bodyPr rot="0" vert="horz" wrap="square" lIns="91440" tIns="45720" rIns="91440" bIns="45720" rtlCol="0" anchor="t" anchorCtr="0" upright="1">
              <a:noAutofit/>
            </a:bodyPr>
            <a:lstStyle/>
            <a:p>
              <a:pPr rtl="0"/>
              <a:endParaRPr lang="nl-NL" noProof="0"/>
            </a:p>
          </p:txBody>
        </p:sp>
        <p:sp>
          <p:nvSpPr>
            <p:cNvPr id="11" name="Vrije vorm 10">
              <a:extLst>
                <a:ext uri="{FF2B5EF4-FFF2-40B4-BE49-F238E27FC236}">
                  <a16:creationId xmlns:a16="http://schemas.microsoft.com/office/drawing/2014/main" id="{B80736DF-C890-DB47-AEAA-D3D92505E632}"/>
                </a:ext>
              </a:extLst>
            </p:cNvPr>
            <p:cNvSpPr>
              <a:spLocks/>
            </p:cNvSpPr>
            <p:nvPr/>
          </p:nvSpPr>
          <p:spPr bwMode="auto">
            <a:xfrm>
              <a:off x="9285083" y="728289"/>
              <a:ext cx="2943850" cy="2943958"/>
            </a:xfrm>
            <a:custGeom>
              <a:avLst/>
              <a:gdLst>
                <a:gd name="T0" fmla="+- 0 11955 9566"/>
                <a:gd name="T1" fmla="*/ T0 w 2389"/>
                <a:gd name="T2" fmla="+- 0 1786 591"/>
                <a:gd name="T3" fmla="*/ 1786 h 2389"/>
                <a:gd name="T4" fmla="+- 0 10760 9566"/>
                <a:gd name="T5" fmla="*/ T4 w 2389"/>
                <a:gd name="T6" fmla="+- 0 591 591"/>
                <a:gd name="T7" fmla="*/ 591 h 2389"/>
                <a:gd name="T8" fmla="+- 0 9566 9566"/>
                <a:gd name="T9" fmla="*/ T8 w 2389"/>
                <a:gd name="T10" fmla="+- 0 1786 591"/>
                <a:gd name="T11" fmla="*/ 1786 h 2389"/>
                <a:gd name="T12" fmla="+- 0 10760 9566"/>
                <a:gd name="T13" fmla="*/ T12 w 2389"/>
                <a:gd name="T14" fmla="+- 0 2980 591"/>
                <a:gd name="T15" fmla="*/ 2980 h 2389"/>
                <a:gd name="T16" fmla="+- 0 11955 9566"/>
                <a:gd name="T17" fmla="*/ T16 w 2389"/>
                <a:gd name="T18" fmla="+- 0 1786 591"/>
                <a:gd name="T19" fmla="*/ 1786 h 2389"/>
              </a:gdLst>
              <a:ahLst/>
              <a:cxnLst>
                <a:cxn ang="0">
                  <a:pos x="T1" y="T3"/>
                </a:cxn>
                <a:cxn ang="0">
                  <a:pos x="T5" y="T7"/>
                </a:cxn>
                <a:cxn ang="0">
                  <a:pos x="T9" y="T11"/>
                </a:cxn>
                <a:cxn ang="0">
                  <a:pos x="T13" y="T15"/>
                </a:cxn>
                <a:cxn ang="0">
                  <a:pos x="T17" y="T19"/>
                </a:cxn>
              </a:cxnLst>
              <a:rect l="0" t="0" r="r" b="b"/>
              <a:pathLst>
                <a:path w="2389" h="2389">
                  <a:moveTo>
                    <a:pt x="2389" y="1195"/>
                  </a:moveTo>
                  <a:lnTo>
                    <a:pt x="1194" y="0"/>
                  </a:lnTo>
                  <a:lnTo>
                    <a:pt x="0" y="1195"/>
                  </a:lnTo>
                  <a:lnTo>
                    <a:pt x="1194" y="2389"/>
                  </a:lnTo>
                  <a:lnTo>
                    <a:pt x="2389" y="1195"/>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nl-NL" noProof="0"/>
            </a:p>
          </p:txBody>
        </p:sp>
      </p:grpSp>
      <p:sp>
        <p:nvSpPr>
          <p:cNvPr id="12" name="Titel 1">
            <a:extLst>
              <a:ext uri="{FF2B5EF4-FFF2-40B4-BE49-F238E27FC236}">
                <a16:creationId xmlns:a16="http://schemas.microsoft.com/office/drawing/2014/main" id="{39F93F26-ED5C-E74E-BFBD-E3054DC1B9C1}"/>
              </a:ext>
            </a:extLst>
          </p:cNvPr>
          <p:cNvSpPr>
            <a:spLocks noGrp="1"/>
          </p:cNvSpPr>
          <p:nvPr>
            <p:ph type="title"/>
          </p:nvPr>
        </p:nvSpPr>
        <p:spPr>
          <a:xfrm>
            <a:off x="964023" y="879063"/>
            <a:ext cx="4941477" cy="610863"/>
          </a:xfrm>
          <a:prstGeom prst="rect">
            <a:avLst/>
          </a:prstGeom>
        </p:spPr>
        <p:txBody>
          <a:bodyPr lIns="0" tIns="0" rIns="0" bIns="0" rtlCol="0" anchor="b" anchorCtr="0">
            <a:normAutofit/>
          </a:bodyPr>
          <a:lstStyle>
            <a:lvl1pPr>
              <a:defRPr sz="4400" b="1" i="0" spc="50" baseline="0">
                <a:latin typeface="+mj-lt"/>
              </a:defRPr>
            </a:lvl1pPr>
          </a:lstStyle>
          <a:p>
            <a:pPr rtl="0"/>
            <a:r>
              <a:rPr lang="nl-NL" noProof="0"/>
              <a:t>Klik om stijl te bewerken</a:t>
            </a:r>
          </a:p>
        </p:txBody>
      </p:sp>
      <p:cxnSp>
        <p:nvCxnSpPr>
          <p:cNvPr id="13" name="Rechte verbindingslijn 12">
            <a:extLst>
              <a:ext uri="{FF2B5EF4-FFF2-40B4-BE49-F238E27FC236}">
                <a16:creationId xmlns:a16="http://schemas.microsoft.com/office/drawing/2014/main" id="{CF0FD074-81E2-0D4E-8446-C5B415B238A0}"/>
              </a:ext>
            </a:extLst>
          </p:cNvPr>
          <p:cNvCxnSpPr>
            <a:cxnSpLocks/>
          </p:cNvCxnSpPr>
          <p:nvPr userDrawn="1"/>
        </p:nvCxnSpPr>
        <p:spPr>
          <a:xfrm>
            <a:off x="952500" y="1934655"/>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14" name="Tijdelijke aanduiding voor tekst 29">
            <a:extLst>
              <a:ext uri="{FF2B5EF4-FFF2-40B4-BE49-F238E27FC236}">
                <a16:creationId xmlns:a16="http://schemas.microsoft.com/office/drawing/2014/main" id="{58AAB058-5FFC-9E4E-AD2E-FB1B4EE51025}"/>
              </a:ext>
            </a:extLst>
          </p:cNvPr>
          <p:cNvSpPr>
            <a:spLocks noGrp="1"/>
          </p:cNvSpPr>
          <p:nvPr>
            <p:ph type="body" sz="quarter" idx="13"/>
          </p:nvPr>
        </p:nvSpPr>
        <p:spPr>
          <a:xfrm>
            <a:off x="952500" y="2818296"/>
            <a:ext cx="2133600" cy="369332"/>
          </a:xfrm>
        </p:spPr>
        <p:txBody>
          <a:bodyPr lIns="0" tIns="0" rIns="0" bIns="0" rtlCol="0">
            <a:noAutofit/>
          </a:bodyPr>
          <a:lstStyle>
            <a:lvl1pPr marL="0" indent="0">
              <a:lnSpc>
                <a:spcPct val="100000"/>
              </a:lnSpc>
              <a:buNone/>
              <a:defRPr sz="1400" b="0" i="0">
                <a:solidFill>
                  <a:schemeClr val="bg1"/>
                </a:solidFill>
                <a:latin typeface="+mn-lt"/>
              </a:defRPr>
            </a:lvl1pPr>
            <a:lvl2pPr>
              <a:defRPr sz="4000"/>
            </a:lvl2pPr>
            <a:lvl3pPr>
              <a:defRPr sz="4000"/>
            </a:lvl3pPr>
            <a:lvl4pPr>
              <a:defRPr sz="4000"/>
            </a:lvl4pPr>
            <a:lvl5pPr>
              <a:defRPr sz="4000"/>
            </a:lvl5pPr>
          </a:lstStyle>
          <a:p>
            <a:pPr lvl="0" rtl="0"/>
            <a:r>
              <a:rPr lang="nl-NL" noProof="0"/>
              <a:t>Klikken om de tekststijl van het model te bewerken</a:t>
            </a:r>
          </a:p>
        </p:txBody>
      </p:sp>
      <p:sp>
        <p:nvSpPr>
          <p:cNvPr id="15" name="Tijdelijke aanduiding voor tekst 29">
            <a:extLst>
              <a:ext uri="{FF2B5EF4-FFF2-40B4-BE49-F238E27FC236}">
                <a16:creationId xmlns:a16="http://schemas.microsoft.com/office/drawing/2014/main" id="{18ABDA74-C3EC-274D-BE87-AC5B825A2A4C}"/>
              </a:ext>
            </a:extLst>
          </p:cNvPr>
          <p:cNvSpPr>
            <a:spLocks noGrp="1"/>
          </p:cNvSpPr>
          <p:nvPr>
            <p:ph type="body" sz="quarter" idx="14"/>
          </p:nvPr>
        </p:nvSpPr>
        <p:spPr>
          <a:xfrm>
            <a:off x="952500" y="2209800"/>
            <a:ext cx="2133600" cy="205837"/>
          </a:xfrm>
        </p:spPr>
        <p:txBody>
          <a:bodyPr lIns="0" tIns="0" rIns="0" bIns="0" rtlCol="0">
            <a:noAutofit/>
          </a:bodyPr>
          <a:lstStyle>
            <a:lvl1pPr marL="0" indent="0">
              <a:lnSpc>
                <a:spcPct val="100000"/>
              </a:lnSpc>
              <a:spcBef>
                <a:spcPts val="400"/>
              </a:spcBef>
              <a:buNone/>
              <a:defRPr sz="1800" b="0" i="0">
                <a:solidFill>
                  <a:schemeClr val="tx2"/>
                </a:solidFill>
                <a:latin typeface="+mj-lt"/>
              </a:defRPr>
            </a:lvl1pPr>
            <a:lvl2pPr>
              <a:defRPr sz="4000"/>
            </a:lvl2pPr>
            <a:lvl3pPr>
              <a:defRPr sz="4000"/>
            </a:lvl3pPr>
            <a:lvl4pPr>
              <a:defRPr sz="4000"/>
            </a:lvl4pPr>
            <a:lvl5pPr>
              <a:defRPr sz="4000"/>
            </a:lvl5pPr>
          </a:lstStyle>
          <a:p>
            <a:pPr lvl="0" rtl="0"/>
            <a:r>
              <a:rPr lang="nl-NL" noProof="0"/>
              <a:t>Klikken om de tekststijl van het model te bewerken</a:t>
            </a:r>
          </a:p>
        </p:txBody>
      </p:sp>
      <p:cxnSp>
        <p:nvCxnSpPr>
          <p:cNvPr id="16" name="Rechte verbindingslijn 15">
            <a:extLst>
              <a:ext uri="{FF2B5EF4-FFF2-40B4-BE49-F238E27FC236}">
                <a16:creationId xmlns:a16="http://schemas.microsoft.com/office/drawing/2014/main" id="{A3DDE02E-BC75-2645-8725-CA2CFD327A3C}"/>
              </a:ext>
            </a:extLst>
          </p:cNvPr>
          <p:cNvCxnSpPr>
            <a:cxnSpLocks/>
          </p:cNvCxnSpPr>
          <p:nvPr userDrawn="1"/>
        </p:nvCxnSpPr>
        <p:spPr>
          <a:xfrm>
            <a:off x="3663043" y="1939108"/>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17" name="Tijdelijke aanduiding voor tekst 29">
            <a:extLst>
              <a:ext uri="{FF2B5EF4-FFF2-40B4-BE49-F238E27FC236}">
                <a16:creationId xmlns:a16="http://schemas.microsoft.com/office/drawing/2014/main" id="{3ABA9FD1-9B74-F14F-81EF-7B3407196B03}"/>
              </a:ext>
            </a:extLst>
          </p:cNvPr>
          <p:cNvSpPr>
            <a:spLocks noGrp="1"/>
          </p:cNvSpPr>
          <p:nvPr>
            <p:ph type="body" sz="quarter" idx="15"/>
          </p:nvPr>
        </p:nvSpPr>
        <p:spPr>
          <a:xfrm>
            <a:off x="3663042" y="2818296"/>
            <a:ext cx="2128157" cy="369332"/>
          </a:xfrm>
        </p:spPr>
        <p:txBody>
          <a:bodyPr lIns="0" tIns="0" rIns="0" bIns="0" rtlCol="0">
            <a:noAutofit/>
          </a:bodyPr>
          <a:lstStyle>
            <a:lvl1pPr marL="0" indent="0">
              <a:lnSpc>
                <a:spcPct val="100000"/>
              </a:lnSpc>
              <a:buNone/>
              <a:defRPr sz="1400" b="0" i="0">
                <a:solidFill>
                  <a:schemeClr val="bg1"/>
                </a:solidFill>
                <a:latin typeface="+mn-lt"/>
              </a:defRPr>
            </a:lvl1pPr>
            <a:lvl2pPr>
              <a:defRPr sz="4000"/>
            </a:lvl2pPr>
            <a:lvl3pPr>
              <a:defRPr sz="4000"/>
            </a:lvl3pPr>
            <a:lvl4pPr>
              <a:defRPr sz="4000"/>
            </a:lvl4pPr>
            <a:lvl5pPr>
              <a:defRPr sz="4000"/>
            </a:lvl5pPr>
          </a:lstStyle>
          <a:p>
            <a:pPr lvl="0" rtl="0"/>
            <a:r>
              <a:rPr lang="nl-NL" noProof="0"/>
              <a:t>Klikken om de tekststijl van het model te bewerken</a:t>
            </a:r>
          </a:p>
        </p:txBody>
      </p:sp>
      <p:sp>
        <p:nvSpPr>
          <p:cNvPr id="18" name="Tijdelijke aanduiding voor tekst 29">
            <a:extLst>
              <a:ext uri="{FF2B5EF4-FFF2-40B4-BE49-F238E27FC236}">
                <a16:creationId xmlns:a16="http://schemas.microsoft.com/office/drawing/2014/main" id="{0E9E9D03-0186-5B4C-A73F-95ADCD08A44A}"/>
              </a:ext>
            </a:extLst>
          </p:cNvPr>
          <p:cNvSpPr>
            <a:spLocks noGrp="1"/>
          </p:cNvSpPr>
          <p:nvPr>
            <p:ph type="body" sz="quarter" idx="16"/>
          </p:nvPr>
        </p:nvSpPr>
        <p:spPr>
          <a:xfrm>
            <a:off x="3663042" y="2209800"/>
            <a:ext cx="2128157" cy="205837"/>
          </a:xfrm>
        </p:spPr>
        <p:txBody>
          <a:bodyPr lIns="0" tIns="0" rIns="0" bIns="0" rtlCol="0">
            <a:noAutofit/>
          </a:bodyPr>
          <a:lstStyle>
            <a:lvl1pPr marL="0" indent="0">
              <a:lnSpc>
                <a:spcPct val="100000"/>
              </a:lnSpc>
              <a:spcBef>
                <a:spcPts val="400"/>
              </a:spcBef>
              <a:buNone/>
              <a:defRPr sz="1800" b="0" i="0">
                <a:solidFill>
                  <a:schemeClr val="tx2"/>
                </a:solidFill>
                <a:latin typeface="+mj-lt"/>
              </a:defRPr>
            </a:lvl1pPr>
            <a:lvl2pPr>
              <a:defRPr sz="4000"/>
            </a:lvl2pPr>
            <a:lvl3pPr>
              <a:defRPr sz="4000"/>
            </a:lvl3pPr>
            <a:lvl4pPr>
              <a:defRPr sz="4000"/>
            </a:lvl4pPr>
            <a:lvl5pPr>
              <a:defRPr sz="4000"/>
            </a:lvl5pPr>
          </a:lstStyle>
          <a:p>
            <a:pPr lvl="0" rtl="0"/>
            <a:r>
              <a:rPr lang="nl-NL" noProof="0"/>
              <a:t>Klikken om de tekststijl van het model te bewerken</a:t>
            </a:r>
          </a:p>
        </p:txBody>
      </p:sp>
      <p:cxnSp>
        <p:nvCxnSpPr>
          <p:cNvPr id="20" name="Rechte verbindingslijn 19">
            <a:extLst>
              <a:ext uri="{FF2B5EF4-FFF2-40B4-BE49-F238E27FC236}">
                <a16:creationId xmlns:a16="http://schemas.microsoft.com/office/drawing/2014/main" id="{E01EE6FD-FABB-AD48-92DA-19805B502918}"/>
              </a:ext>
            </a:extLst>
          </p:cNvPr>
          <p:cNvCxnSpPr>
            <a:cxnSpLocks/>
          </p:cNvCxnSpPr>
          <p:nvPr userDrawn="1"/>
        </p:nvCxnSpPr>
        <p:spPr>
          <a:xfrm>
            <a:off x="952500" y="4248119"/>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21" name="Tijdelijke aanduiding voor tekst 29">
            <a:extLst>
              <a:ext uri="{FF2B5EF4-FFF2-40B4-BE49-F238E27FC236}">
                <a16:creationId xmlns:a16="http://schemas.microsoft.com/office/drawing/2014/main" id="{F953BCFF-5CB8-784F-ACC1-A14670E62196}"/>
              </a:ext>
            </a:extLst>
          </p:cNvPr>
          <p:cNvSpPr>
            <a:spLocks noGrp="1"/>
          </p:cNvSpPr>
          <p:nvPr>
            <p:ph type="body" sz="quarter" idx="19"/>
          </p:nvPr>
        </p:nvSpPr>
        <p:spPr>
          <a:xfrm>
            <a:off x="952500" y="5131299"/>
            <a:ext cx="2133600" cy="369332"/>
          </a:xfrm>
        </p:spPr>
        <p:txBody>
          <a:bodyPr lIns="0" tIns="0" rIns="0" bIns="0" rtlCol="0">
            <a:noAutofit/>
          </a:bodyPr>
          <a:lstStyle>
            <a:lvl1pPr marL="0" indent="0">
              <a:lnSpc>
                <a:spcPct val="100000"/>
              </a:lnSpc>
              <a:buNone/>
              <a:defRPr sz="1400" b="0" i="0">
                <a:solidFill>
                  <a:schemeClr val="bg1"/>
                </a:solidFill>
                <a:latin typeface="+mn-lt"/>
              </a:defRPr>
            </a:lvl1pPr>
            <a:lvl2pPr>
              <a:defRPr sz="4000"/>
            </a:lvl2pPr>
            <a:lvl3pPr>
              <a:defRPr sz="4000"/>
            </a:lvl3pPr>
            <a:lvl4pPr>
              <a:defRPr sz="4000"/>
            </a:lvl4pPr>
            <a:lvl5pPr>
              <a:defRPr sz="4000"/>
            </a:lvl5pPr>
          </a:lstStyle>
          <a:p>
            <a:pPr lvl="0" rtl="0"/>
            <a:r>
              <a:rPr lang="nl-NL" noProof="0"/>
              <a:t>Klikken om de tekststijl van het model te bewerken</a:t>
            </a:r>
          </a:p>
        </p:txBody>
      </p:sp>
      <p:sp>
        <p:nvSpPr>
          <p:cNvPr id="22" name="Tijdelijke aanduiding voor tekst 29">
            <a:extLst>
              <a:ext uri="{FF2B5EF4-FFF2-40B4-BE49-F238E27FC236}">
                <a16:creationId xmlns:a16="http://schemas.microsoft.com/office/drawing/2014/main" id="{97DCC038-CDD3-1D48-B8BA-2617616935C5}"/>
              </a:ext>
            </a:extLst>
          </p:cNvPr>
          <p:cNvSpPr>
            <a:spLocks noGrp="1"/>
          </p:cNvSpPr>
          <p:nvPr>
            <p:ph type="body" sz="quarter" idx="20"/>
          </p:nvPr>
        </p:nvSpPr>
        <p:spPr>
          <a:xfrm>
            <a:off x="952500" y="4522803"/>
            <a:ext cx="2133600" cy="205837"/>
          </a:xfrm>
        </p:spPr>
        <p:txBody>
          <a:bodyPr lIns="0" tIns="0" rIns="0" bIns="0" rtlCol="0">
            <a:noAutofit/>
          </a:bodyPr>
          <a:lstStyle>
            <a:lvl1pPr marL="0" indent="0">
              <a:lnSpc>
                <a:spcPct val="100000"/>
              </a:lnSpc>
              <a:spcBef>
                <a:spcPts val="400"/>
              </a:spcBef>
              <a:buNone/>
              <a:defRPr sz="1800" b="0" i="0">
                <a:solidFill>
                  <a:schemeClr val="tx2"/>
                </a:solidFill>
                <a:latin typeface="+mj-lt"/>
              </a:defRPr>
            </a:lvl1pPr>
            <a:lvl2pPr>
              <a:defRPr sz="4000"/>
            </a:lvl2pPr>
            <a:lvl3pPr>
              <a:defRPr sz="4000"/>
            </a:lvl3pPr>
            <a:lvl4pPr>
              <a:defRPr sz="4000"/>
            </a:lvl4pPr>
            <a:lvl5pPr>
              <a:defRPr sz="4000"/>
            </a:lvl5pPr>
          </a:lstStyle>
          <a:p>
            <a:pPr lvl="0" rtl="0"/>
            <a:r>
              <a:rPr lang="nl-NL" noProof="0"/>
              <a:t>Klikken om de tekststijl van het model te bewerken</a:t>
            </a:r>
          </a:p>
        </p:txBody>
      </p:sp>
      <p:cxnSp>
        <p:nvCxnSpPr>
          <p:cNvPr id="23" name="Rechte verbindingslijn 22">
            <a:extLst>
              <a:ext uri="{FF2B5EF4-FFF2-40B4-BE49-F238E27FC236}">
                <a16:creationId xmlns:a16="http://schemas.microsoft.com/office/drawing/2014/main" id="{93BB36CC-7349-334D-A028-58D01025E726}"/>
              </a:ext>
            </a:extLst>
          </p:cNvPr>
          <p:cNvCxnSpPr>
            <a:cxnSpLocks/>
          </p:cNvCxnSpPr>
          <p:nvPr userDrawn="1"/>
        </p:nvCxnSpPr>
        <p:spPr>
          <a:xfrm>
            <a:off x="3663043" y="4252111"/>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24" name="Tijdelijke aanduiding voor tekst 29">
            <a:extLst>
              <a:ext uri="{FF2B5EF4-FFF2-40B4-BE49-F238E27FC236}">
                <a16:creationId xmlns:a16="http://schemas.microsoft.com/office/drawing/2014/main" id="{C20DFC6E-CE65-E94B-921D-38F386E173F2}"/>
              </a:ext>
            </a:extLst>
          </p:cNvPr>
          <p:cNvSpPr>
            <a:spLocks noGrp="1"/>
          </p:cNvSpPr>
          <p:nvPr>
            <p:ph type="body" sz="quarter" idx="21"/>
          </p:nvPr>
        </p:nvSpPr>
        <p:spPr>
          <a:xfrm>
            <a:off x="3663042" y="5131299"/>
            <a:ext cx="2128157" cy="369332"/>
          </a:xfrm>
        </p:spPr>
        <p:txBody>
          <a:bodyPr lIns="0" tIns="0" rIns="0" bIns="0" rtlCol="0">
            <a:noAutofit/>
          </a:bodyPr>
          <a:lstStyle>
            <a:lvl1pPr marL="0" indent="0">
              <a:lnSpc>
                <a:spcPct val="100000"/>
              </a:lnSpc>
              <a:buNone/>
              <a:defRPr sz="1400" b="0" i="0">
                <a:solidFill>
                  <a:schemeClr val="bg1"/>
                </a:solidFill>
                <a:latin typeface="+mn-lt"/>
              </a:defRPr>
            </a:lvl1pPr>
            <a:lvl2pPr>
              <a:defRPr sz="4000"/>
            </a:lvl2pPr>
            <a:lvl3pPr>
              <a:defRPr sz="4000"/>
            </a:lvl3pPr>
            <a:lvl4pPr>
              <a:defRPr sz="4000"/>
            </a:lvl4pPr>
            <a:lvl5pPr>
              <a:defRPr sz="4000"/>
            </a:lvl5pPr>
          </a:lstStyle>
          <a:p>
            <a:pPr lvl="0" rtl="0"/>
            <a:r>
              <a:rPr lang="nl-NL" noProof="0"/>
              <a:t>Klikken om de tekststijl van het model te bewerken</a:t>
            </a:r>
          </a:p>
        </p:txBody>
      </p:sp>
      <p:sp>
        <p:nvSpPr>
          <p:cNvPr id="25" name="Tijdelijke aanduiding voor tekst 29">
            <a:extLst>
              <a:ext uri="{FF2B5EF4-FFF2-40B4-BE49-F238E27FC236}">
                <a16:creationId xmlns:a16="http://schemas.microsoft.com/office/drawing/2014/main" id="{773FBF72-A3D8-2F4E-BAD2-2755F0BE4A47}"/>
              </a:ext>
            </a:extLst>
          </p:cNvPr>
          <p:cNvSpPr>
            <a:spLocks noGrp="1"/>
          </p:cNvSpPr>
          <p:nvPr>
            <p:ph type="body" sz="quarter" idx="22"/>
          </p:nvPr>
        </p:nvSpPr>
        <p:spPr>
          <a:xfrm>
            <a:off x="3663042" y="4522803"/>
            <a:ext cx="2128157" cy="205837"/>
          </a:xfrm>
        </p:spPr>
        <p:txBody>
          <a:bodyPr lIns="0" tIns="0" rIns="0" bIns="0" rtlCol="0">
            <a:noAutofit/>
          </a:bodyPr>
          <a:lstStyle>
            <a:lvl1pPr marL="0" indent="0">
              <a:lnSpc>
                <a:spcPct val="100000"/>
              </a:lnSpc>
              <a:spcBef>
                <a:spcPts val="400"/>
              </a:spcBef>
              <a:buNone/>
              <a:defRPr sz="1800" b="0" i="0">
                <a:solidFill>
                  <a:schemeClr val="tx2"/>
                </a:solidFill>
                <a:latin typeface="+mj-lt"/>
              </a:defRPr>
            </a:lvl1pPr>
            <a:lvl2pPr>
              <a:defRPr sz="4000"/>
            </a:lvl2pPr>
            <a:lvl3pPr>
              <a:defRPr sz="4000"/>
            </a:lvl3pPr>
            <a:lvl4pPr>
              <a:defRPr sz="4000"/>
            </a:lvl4pPr>
            <a:lvl5pPr>
              <a:defRPr sz="4000"/>
            </a:lvl5pPr>
          </a:lstStyle>
          <a:p>
            <a:pPr lvl="0" rtl="0"/>
            <a:r>
              <a:rPr lang="nl-NL" noProof="0"/>
              <a:t>Klikken om de tekststijl van het model te bewerken</a:t>
            </a:r>
          </a:p>
        </p:txBody>
      </p:sp>
      <p:cxnSp>
        <p:nvCxnSpPr>
          <p:cNvPr id="26" name="Rechte verbindingslijn 25">
            <a:extLst>
              <a:ext uri="{FF2B5EF4-FFF2-40B4-BE49-F238E27FC236}">
                <a16:creationId xmlns:a16="http://schemas.microsoft.com/office/drawing/2014/main" id="{C402C0D4-D9C4-F547-B996-38177302A3DC}"/>
              </a:ext>
            </a:extLst>
          </p:cNvPr>
          <p:cNvCxnSpPr>
            <a:cxnSpLocks/>
          </p:cNvCxnSpPr>
          <p:nvPr userDrawn="1"/>
        </p:nvCxnSpPr>
        <p:spPr>
          <a:xfrm>
            <a:off x="6367055" y="4252111"/>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27" name="Tijdelijke aanduiding voor tekst 29">
            <a:extLst>
              <a:ext uri="{FF2B5EF4-FFF2-40B4-BE49-F238E27FC236}">
                <a16:creationId xmlns:a16="http://schemas.microsoft.com/office/drawing/2014/main" id="{9B18A1DC-4A61-514B-9F70-1DCC893EBB17}"/>
              </a:ext>
            </a:extLst>
          </p:cNvPr>
          <p:cNvSpPr>
            <a:spLocks noGrp="1"/>
          </p:cNvSpPr>
          <p:nvPr>
            <p:ph type="body" sz="quarter" idx="23"/>
          </p:nvPr>
        </p:nvSpPr>
        <p:spPr>
          <a:xfrm>
            <a:off x="6367054" y="5131299"/>
            <a:ext cx="2129245" cy="369332"/>
          </a:xfrm>
        </p:spPr>
        <p:txBody>
          <a:bodyPr lIns="0" tIns="0" rIns="0" bIns="0" rtlCol="0">
            <a:noAutofit/>
          </a:bodyPr>
          <a:lstStyle>
            <a:lvl1pPr marL="0" indent="0">
              <a:lnSpc>
                <a:spcPct val="100000"/>
              </a:lnSpc>
              <a:buNone/>
              <a:defRPr sz="1400" b="0" i="0">
                <a:solidFill>
                  <a:schemeClr val="bg1"/>
                </a:solidFill>
                <a:latin typeface="+mn-lt"/>
              </a:defRPr>
            </a:lvl1pPr>
            <a:lvl2pPr>
              <a:defRPr sz="4000"/>
            </a:lvl2pPr>
            <a:lvl3pPr>
              <a:defRPr sz="4000"/>
            </a:lvl3pPr>
            <a:lvl4pPr>
              <a:defRPr sz="4000"/>
            </a:lvl4pPr>
            <a:lvl5pPr>
              <a:defRPr sz="4000"/>
            </a:lvl5pPr>
          </a:lstStyle>
          <a:p>
            <a:pPr lvl="0" rtl="0"/>
            <a:r>
              <a:rPr lang="nl-NL" noProof="0"/>
              <a:t>Klikken om de tekststijl van het model te bewerken</a:t>
            </a:r>
          </a:p>
        </p:txBody>
      </p:sp>
      <p:sp>
        <p:nvSpPr>
          <p:cNvPr id="28" name="Tijdelijke aanduiding voor tekst 29">
            <a:extLst>
              <a:ext uri="{FF2B5EF4-FFF2-40B4-BE49-F238E27FC236}">
                <a16:creationId xmlns:a16="http://schemas.microsoft.com/office/drawing/2014/main" id="{DD138509-2AA1-D540-90D6-288474956619}"/>
              </a:ext>
            </a:extLst>
          </p:cNvPr>
          <p:cNvSpPr>
            <a:spLocks noGrp="1"/>
          </p:cNvSpPr>
          <p:nvPr>
            <p:ph type="body" sz="quarter" idx="24"/>
          </p:nvPr>
        </p:nvSpPr>
        <p:spPr>
          <a:xfrm>
            <a:off x="6367054" y="4522803"/>
            <a:ext cx="2129245" cy="205837"/>
          </a:xfrm>
        </p:spPr>
        <p:txBody>
          <a:bodyPr lIns="0" tIns="0" rIns="0" bIns="0" rtlCol="0">
            <a:noAutofit/>
          </a:bodyPr>
          <a:lstStyle>
            <a:lvl1pPr marL="0" indent="0">
              <a:lnSpc>
                <a:spcPct val="100000"/>
              </a:lnSpc>
              <a:spcBef>
                <a:spcPts val="400"/>
              </a:spcBef>
              <a:buNone/>
              <a:defRPr sz="1800" b="0" i="0">
                <a:solidFill>
                  <a:schemeClr val="tx2"/>
                </a:solidFill>
                <a:latin typeface="+mj-lt"/>
              </a:defRPr>
            </a:lvl1pPr>
            <a:lvl2pPr>
              <a:defRPr sz="4000"/>
            </a:lvl2pPr>
            <a:lvl3pPr>
              <a:defRPr sz="4000"/>
            </a:lvl3pPr>
            <a:lvl4pPr>
              <a:defRPr sz="4000"/>
            </a:lvl4pPr>
            <a:lvl5pPr>
              <a:defRPr sz="4000"/>
            </a:lvl5pPr>
          </a:lstStyle>
          <a:p>
            <a:pPr lvl="0" rtl="0"/>
            <a:r>
              <a:rPr lang="nl-NL" noProof="0"/>
              <a:t>Klikken om de tekststijl van het model te bewerken</a:t>
            </a:r>
          </a:p>
        </p:txBody>
      </p:sp>
      <p:sp>
        <p:nvSpPr>
          <p:cNvPr id="2" name="Tijdelijke aanduiding voor datum 1">
            <a:extLst>
              <a:ext uri="{FF2B5EF4-FFF2-40B4-BE49-F238E27FC236}">
                <a16:creationId xmlns:a16="http://schemas.microsoft.com/office/drawing/2014/main" id="{62655503-4608-4F79-A5D4-B2F67958F263}"/>
              </a:ext>
            </a:extLst>
          </p:cNvPr>
          <p:cNvSpPr>
            <a:spLocks noGrp="1"/>
          </p:cNvSpPr>
          <p:nvPr>
            <p:ph type="dt" sz="half" idx="25"/>
          </p:nvPr>
        </p:nvSpPr>
        <p:spPr/>
        <p:txBody>
          <a:bodyPr rtlCol="0"/>
          <a:lstStyle/>
          <a:p>
            <a:pPr rtl="0"/>
            <a:r>
              <a:rPr lang="nl-BE" noProof="0">
                <a:latin typeface="+mn-lt"/>
              </a:rPr>
              <a:t>04/06/2025</a:t>
            </a:r>
            <a:endParaRPr lang="nl-NL" noProof="0">
              <a:latin typeface="+mn-lt"/>
            </a:endParaRPr>
          </a:p>
        </p:txBody>
      </p:sp>
      <p:sp>
        <p:nvSpPr>
          <p:cNvPr id="3" name="Tijdelijke aanduiding voor voettekst 2">
            <a:extLst>
              <a:ext uri="{FF2B5EF4-FFF2-40B4-BE49-F238E27FC236}">
                <a16:creationId xmlns:a16="http://schemas.microsoft.com/office/drawing/2014/main" id="{9DAFA395-FE4C-4A99-A74E-57757D8473E1}"/>
              </a:ext>
            </a:extLst>
          </p:cNvPr>
          <p:cNvSpPr>
            <a:spLocks noGrp="1"/>
          </p:cNvSpPr>
          <p:nvPr>
            <p:ph type="ftr" sz="quarter" idx="26"/>
          </p:nvPr>
        </p:nvSpPr>
        <p:spPr/>
        <p:txBody>
          <a:bodyPr rtlCol="0"/>
          <a:lstStyle/>
          <a:p>
            <a:pPr rtl="0"/>
            <a:r>
              <a:rPr lang="nl-NL" b="0" noProof="0"/>
              <a:t>NIKAW</a:t>
            </a:r>
          </a:p>
        </p:txBody>
      </p:sp>
      <p:sp>
        <p:nvSpPr>
          <p:cNvPr id="4" name="Tijdelijke aanduiding voor dianummer 3">
            <a:extLst>
              <a:ext uri="{FF2B5EF4-FFF2-40B4-BE49-F238E27FC236}">
                <a16:creationId xmlns:a16="http://schemas.microsoft.com/office/drawing/2014/main" id="{30A6A117-A0E8-43E1-9120-CE3B8B97667F}"/>
              </a:ext>
            </a:extLst>
          </p:cNvPr>
          <p:cNvSpPr>
            <a:spLocks noGrp="1"/>
          </p:cNvSpPr>
          <p:nvPr>
            <p:ph type="sldNum" sz="quarter" idx="27"/>
          </p:nvPr>
        </p:nvSpPr>
        <p:spPr/>
        <p:txBody>
          <a:bodyPr rtlCol="0"/>
          <a:lstStyle/>
          <a:p>
            <a:pPr rtl="0"/>
            <a:fld id="{294A09A9-5501-47C1-A89A-A340965A2BE2}" type="slidenum">
              <a:rPr lang="nl-NL" noProof="0" smtClean="0"/>
              <a:pPr rtl="0"/>
              <a:t>‹#›</a:t>
            </a:fld>
            <a:endParaRPr lang="nl-NL" noProof="0"/>
          </a:p>
        </p:txBody>
      </p:sp>
    </p:spTree>
    <p:extLst>
      <p:ext uri="{BB962C8B-B14F-4D97-AF65-F5344CB8AC3E}">
        <p14:creationId xmlns:p14="http://schemas.microsoft.com/office/powerpoint/2010/main" val="160623603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Vergelijking">
    <p:spTree>
      <p:nvGrpSpPr>
        <p:cNvPr id="1" name=""/>
        <p:cNvGrpSpPr/>
        <p:nvPr/>
      </p:nvGrpSpPr>
      <p:grpSpPr>
        <a:xfrm>
          <a:off x="0" y="0"/>
          <a:ext cx="0" cy="0"/>
          <a:chOff x="0" y="0"/>
          <a:chExt cx="0" cy="0"/>
        </a:xfrm>
      </p:grpSpPr>
      <p:sp>
        <p:nvSpPr>
          <p:cNvPr id="3" name="Tijdelijke aanduiding voor tekst 2"/>
          <p:cNvSpPr>
            <a:spLocks noGrp="1"/>
          </p:cNvSpPr>
          <p:nvPr>
            <p:ph type="body" idx="1"/>
          </p:nvPr>
        </p:nvSpPr>
        <p:spPr>
          <a:xfrm>
            <a:off x="576000" y="1656000"/>
            <a:ext cx="5421575" cy="54000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Tijdelijke aanduiding voor inhoud 3"/>
          <p:cNvSpPr>
            <a:spLocks noGrp="1"/>
          </p:cNvSpPr>
          <p:nvPr>
            <p:ph sz="half" idx="2"/>
          </p:nvPr>
        </p:nvSpPr>
        <p:spPr>
          <a:xfrm>
            <a:off x="576000" y="2276271"/>
            <a:ext cx="5421575" cy="383765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nl-NL"/>
          </a:p>
        </p:txBody>
      </p:sp>
      <p:sp>
        <p:nvSpPr>
          <p:cNvPr id="5" name="Tijdelijke aanduiding voor tekst 4"/>
          <p:cNvSpPr>
            <a:spLocks noGrp="1"/>
          </p:cNvSpPr>
          <p:nvPr>
            <p:ph type="body" sz="quarter" idx="3"/>
          </p:nvPr>
        </p:nvSpPr>
        <p:spPr>
          <a:xfrm>
            <a:off x="6172200" y="1656000"/>
            <a:ext cx="5445000" cy="54000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Tijdelijke aanduiding voor inhoud 5"/>
          <p:cNvSpPr>
            <a:spLocks noGrp="1"/>
          </p:cNvSpPr>
          <p:nvPr>
            <p:ph sz="quarter" idx="4"/>
          </p:nvPr>
        </p:nvSpPr>
        <p:spPr>
          <a:xfrm>
            <a:off x="6172200" y="2276271"/>
            <a:ext cx="5445000" cy="383765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nl-NL"/>
          </a:p>
        </p:txBody>
      </p:sp>
      <p:sp>
        <p:nvSpPr>
          <p:cNvPr id="7" name="Tijdelijke aanduiding voor datum 6"/>
          <p:cNvSpPr>
            <a:spLocks noGrp="1"/>
          </p:cNvSpPr>
          <p:nvPr>
            <p:ph type="dt" sz="half" idx="10"/>
          </p:nvPr>
        </p:nvSpPr>
        <p:spPr/>
        <p:txBody>
          <a:bodyPr/>
          <a:lstStyle/>
          <a:p>
            <a:r>
              <a:rPr lang="nl-BE"/>
              <a:t>04/06/2025</a:t>
            </a:r>
            <a:endParaRPr lang="nl-NL"/>
          </a:p>
        </p:txBody>
      </p:sp>
      <p:sp>
        <p:nvSpPr>
          <p:cNvPr id="8" name="Tijdelijke aanduiding voor voettekst 7"/>
          <p:cNvSpPr>
            <a:spLocks noGrp="1"/>
          </p:cNvSpPr>
          <p:nvPr>
            <p:ph type="ftr" sz="quarter" idx="11"/>
          </p:nvPr>
        </p:nvSpPr>
        <p:spPr/>
        <p:txBody>
          <a:bodyPr/>
          <a:lstStyle/>
          <a:p>
            <a:r>
              <a:rPr lang="nl-NL"/>
              <a:t>NIKAW</a:t>
            </a:r>
          </a:p>
        </p:txBody>
      </p:sp>
      <p:sp>
        <p:nvSpPr>
          <p:cNvPr id="9" name="Tijdelijke aanduiding voor dianummer 8"/>
          <p:cNvSpPr>
            <a:spLocks noGrp="1"/>
          </p:cNvSpPr>
          <p:nvPr>
            <p:ph type="sldNum" sz="quarter" idx="12"/>
          </p:nvPr>
        </p:nvSpPr>
        <p:spPr/>
        <p:txBody>
          <a:bodyPr/>
          <a:lstStyle/>
          <a:p>
            <a:fld id="{0A297500-7527-634B-90F4-69D0994C32B4}" type="slidenum">
              <a:rPr lang="nl-NL" smtClean="0"/>
              <a:t>‹#›</a:t>
            </a:fld>
            <a:endParaRPr lang="nl-NL"/>
          </a:p>
        </p:txBody>
      </p:sp>
      <p:sp>
        <p:nvSpPr>
          <p:cNvPr id="2" name="Titel 1"/>
          <p:cNvSpPr>
            <a:spLocks noGrp="1"/>
          </p:cNvSpPr>
          <p:nvPr>
            <p:ph type="title"/>
          </p:nvPr>
        </p:nvSpPr>
        <p:spPr/>
        <p:txBody>
          <a:bodyPr/>
          <a:lstStyle/>
          <a:p>
            <a:r>
              <a:rPr lang="en-US"/>
              <a:t>Click to edit Master title style</a:t>
            </a:r>
            <a:endParaRPr lang="nl-BE"/>
          </a:p>
        </p:txBody>
      </p:sp>
    </p:spTree>
    <p:extLst>
      <p:ext uri="{BB962C8B-B14F-4D97-AF65-F5344CB8AC3E}">
        <p14:creationId xmlns:p14="http://schemas.microsoft.com/office/powerpoint/2010/main" val="27129090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Titel en object">
    <p:spTree>
      <p:nvGrpSpPr>
        <p:cNvPr id="1" name=""/>
        <p:cNvGrpSpPr/>
        <p:nvPr/>
      </p:nvGrpSpPr>
      <p:grpSpPr>
        <a:xfrm>
          <a:off x="0" y="0"/>
          <a:ext cx="0" cy="0"/>
          <a:chOff x="0" y="0"/>
          <a:chExt cx="0" cy="0"/>
        </a:xfrm>
      </p:grpSpPr>
      <p:sp>
        <p:nvSpPr>
          <p:cNvPr id="3" name="Tijdelijke aanduiding voor inhoud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nl-NL"/>
          </a:p>
        </p:txBody>
      </p:sp>
      <p:sp>
        <p:nvSpPr>
          <p:cNvPr id="4" name="Tijdelijke aanduiding voor datum 3"/>
          <p:cNvSpPr>
            <a:spLocks noGrp="1"/>
          </p:cNvSpPr>
          <p:nvPr>
            <p:ph type="dt" sz="half" idx="10"/>
          </p:nvPr>
        </p:nvSpPr>
        <p:spPr/>
        <p:txBody>
          <a:bodyPr/>
          <a:lstStyle/>
          <a:p>
            <a:r>
              <a:rPr lang="nl-BE"/>
              <a:t>04/06/2025</a:t>
            </a:r>
            <a:endParaRPr lang="nl-NL"/>
          </a:p>
        </p:txBody>
      </p:sp>
      <p:sp>
        <p:nvSpPr>
          <p:cNvPr id="5" name="Tijdelijke aanduiding voor voettekst 4"/>
          <p:cNvSpPr>
            <a:spLocks noGrp="1"/>
          </p:cNvSpPr>
          <p:nvPr>
            <p:ph type="ftr" sz="quarter" idx="11"/>
          </p:nvPr>
        </p:nvSpPr>
        <p:spPr/>
        <p:txBody>
          <a:bodyPr/>
          <a:lstStyle/>
          <a:p>
            <a:r>
              <a:rPr lang="nl-NL"/>
              <a:t>NIKAW</a:t>
            </a:r>
          </a:p>
        </p:txBody>
      </p:sp>
      <p:sp>
        <p:nvSpPr>
          <p:cNvPr id="6" name="Tijdelijke aanduiding voor dianummer 5"/>
          <p:cNvSpPr>
            <a:spLocks noGrp="1"/>
          </p:cNvSpPr>
          <p:nvPr>
            <p:ph type="sldNum" sz="quarter" idx="12"/>
          </p:nvPr>
        </p:nvSpPr>
        <p:spPr/>
        <p:txBody>
          <a:bodyPr/>
          <a:lstStyle/>
          <a:p>
            <a:fld id="{0A297500-7527-634B-90F4-69D0994C32B4}" type="slidenum">
              <a:rPr lang="nl-NL" smtClean="0"/>
              <a:t>‹#›</a:t>
            </a:fld>
            <a:endParaRPr lang="nl-NL"/>
          </a:p>
        </p:txBody>
      </p:sp>
      <p:sp>
        <p:nvSpPr>
          <p:cNvPr id="2" name="Titel 1"/>
          <p:cNvSpPr>
            <a:spLocks noGrp="1"/>
          </p:cNvSpPr>
          <p:nvPr>
            <p:ph type="title"/>
          </p:nvPr>
        </p:nvSpPr>
        <p:spPr/>
        <p:txBody>
          <a:bodyPr/>
          <a:lstStyle/>
          <a:p>
            <a:r>
              <a:rPr lang="nl-NL"/>
              <a:t>Klik om de stijl te bewerken</a:t>
            </a:r>
          </a:p>
        </p:txBody>
      </p:sp>
    </p:spTree>
    <p:extLst>
      <p:ext uri="{BB962C8B-B14F-4D97-AF65-F5344CB8AC3E}">
        <p14:creationId xmlns:p14="http://schemas.microsoft.com/office/powerpoint/2010/main" val="192623248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sp>
        <p:nvSpPr>
          <p:cNvPr id="7" name="Rechthoek 6"/>
          <p:cNvSpPr/>
          <p:nvPr/>
        </p:nvSpPr>
        <p:spPr>
          <a:xfrm>
            <a:off x="0" y="0"/>
            <a:ext cx="121932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nl-BE"/>
          </a:p>
        </p:txBody>
      </p:sp>
      <p:sp>
        <p:nvSpPr>
          <p:cNvPr id="8" name="Rechthoek 7"/>
          <p:cNvSpPr/>
          <p:nvPr/>
        </p:nvSpPr>
        <p:spPr>
          <a:xfrm>
            <a:off x="0" y="647998"/>
            <a:ext cx="12193200" cy="621000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nl-BE"/>
          </a:p>
        </p:txBody>
      </p:sp>
      <p:pic>
        <p:nvPicPr>
          <p:cNvPr id="9" name="Afbeelding 8"/>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60000" y="360000"/>
            <a:ext cx="2018135" cy="720000"/>
          </a:xfrm>
          <a:prstGeom prst="rect">
            <a:avLst/>
          </a:prstGeom>
        </p:spPr>
      </p:pic>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43791" y="1350253"/>
            <a:ext cx="4648209" cy="5507747"/>
          </a:xfrm>
          <a:prstGeom prst="rect">
            <a:avLst/>
          </a:prstGeom>
        </p:spPr>
      </p:pic>
      <p:sp>
        <p:nvSpPr>
          <p:cNvPr id="12" name="Ondertitel 2"/>
          <p:cNvSpPr>
            <a:spLocks noGrp="1"/>
          </p:cNvSpPr>
          <p:nvPr>
            <p:ph type="subTitle" idx="1"/>
          </p:nvPr>
        </p:nvSpPr>
        <p:spPr>
          <a:xfrm>
            <a:off x="576003" y="4359604"/>
            <a:ext cx="8333999" cy="1655999"/>
          </a:xfrm>
        </p:spPr>
        <p:txBody>
          <a:bodyPr lIns="0" tIns="0" rIns="0" bIns="0"/>
          <a:lstStyle>
            <a:lvl1pPr marL="0" indent="0" algn="l">
              <a:buNone/>
              <a:defRPr sz="2400" baseline="0">
                <a:solidFill>
                  <a:schemeClr val="bg1"/>
                </a:solidFill>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nl-NL"/>
              <a:t>Klik om de ondertitelstijl van het model te bewerken</a:t>
            </a:r>
            <a:endParaRPr lang="nl-NL" dirty="0"/>
          </a:p>
        </p:txBody>
      </p:sp>
      <p:sp>
        <p:nvSpPr>
          <p:cNvPr id="3" name="Title 2"/>
          <p:cNvSpPr>
            <a:spLocks noGrp="1"/>
          </p:cNvSpPr>
          <p:nvPr>
            <p:ph type="title"/>
          </p:nvPr>
        </p:nvSpPr>
        <p:spPr>
          <a:xfrm>
            <a:off x="576000" y="1800000"/>
            <a:ext cx="8334000" cy="2386800"/>
          </a:xfrm>
        </p:spPr>
        <p:txBody>
          <a:bodyPr>
            <a:normAutofit/>
          </a:bodyPr>
          <a:lstStyle>
            <a:lvl1pPr>
              <a:defRPr sz="4000">
                <a:solidFill>
                  <a:schemeClr val="bg1"/>
                </a:solidFill>
              </a:defRPr>
            </a:lvl1pPr>
          </a:lstStyle>
          <a:p>
            <a:r>
              <a:rPr lang="nl-NL" dirty="0"/>
              <a:t>Klik om de stijl te bewerken</a:t>
            </a:r>
          </a:p>
        </p:txBody>
      </p:sp>
    </p:spTree>
    <p:extLst>
      <p:ext uri="{BB962C8B-B14F-4D97-AF65-F5344CB8AC3E}">
        <p14:creationId xmlns:p14="http://schemas.microsoft.com/office/powerpoint/2010/main" val="332038033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sp>
        <p:nvSpPr>
          <p:cNvPr id="7" name="Rechthoek 6"/>
          <p:cNvSpPr/>
          <p:nvPr/>
        </p:nvSpPr>
        <p:spPr>
          <a:xfrm>
            <a:off x="0" y="0"/>
            <a:ext cx="12193200" cy="620756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nl-BE"/>
          </a:p>
        </p:txBody>
      </p:sp>
      <p:sp>
        <p:nvSpPr>
          <p:cNvPr id="4" name="Tijdelijke aanduiding voor datum 3"/>
          <p:cNvSpPr>
            <a:spLocks noGrp="1"/>
          </p:cNvSpPr>
          <p:nvPr>
            <p:ph type="dt" sz="half" idx="10"/>
          </p:nvPr>
        </p:nvSpPr>
        <p:spPr/>
        <p:txBody>
          <a:bodyPr/>
          <a:lstStyle/>
          <a:p>
            <a:r>
              <a:rPr lang="nl-BE"/>
              <a:t>04/06/2025</a:t>
            </a:r>
            <a:endParaRPr lang="nl-NL"/>
          </a:p>
        </p:txBody>
      </p:sp>
      <p:sp>
        <p:nvSpPr>
          <p:cNvPr id="5" name="Tijdelijke aanduiding voor voettekst 4"/>
          <p:cNvSpPr>
            <a:spLocks noGrp="1"/>
          </p:cNvSpPr>
          <p:nvPr>
            <p:ph type="ftr" sz="quarter" idx="11"/>
          </p:nvPr>
        </p:nvSpPr>
        <p:spPr/>
        <p:txBody>
          <a:bodyPr/>
          <a:lstStyle/>
          <a:p>
            <a:r>
              <a:rPr lang="nl-NL"/>
              <a:t>NIKAW</a:t>
            </a:r>
          </a:p>
        </p:txBody>
      </p:sp>
      <p:sp>
        <p:nvSpPr>
          <p:cNvPr id="6" name="Tijdelijke aanduiding voor dianummer 5"/>
          <p:cNvSpPr>
            <a:spLocks noGrp="1"/>
          </p:cNvSpPr>
          <p:nvPr>
            <p:ph type="sldNum" sz="quarter" idx="12"/>
          </p:nvPr>
        </p:nvSpPr>
        <p:spPr/>
        <p:txBody>
          <a:bodyPr/>
          <a:lstStyle/>
          <a:p>
            <a:fld id="{CF179DAE-D0A6-40C3-B8BC-6A97C268D03A}" type="slidenum">
              <a:rPr lang="nl-NL" smtClean="0"/>
              <a:t>‹#›</a:t>
            </a:fld>
            <a:endParaRPr lang="nl-NL"/>
          </a:p>
        </p:txBody>
      </p:sp>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543791" y="675126"/>
            <a:ext cx="4648209" cy="5507747"/>
          </a:xfrm>
          <a:prstGeom prst="rect">
            <a:avLst/>
          </a:prstGeom>
        </p:spPr>
      </p:pic>
      <p:sp>
        <p:nvSpPr>
          <p:cNvPr id="9" name="Titel 1"/>
          <p:cNvSpPr>
            <a:spLocks noGrp="1"/>
          </p:cNvSpPr>
          <p:nvPr>
            <p:ph type="title"/>
          </p:nvPr>
        </p:nvSpPr>
        <p:spPr>
          <a:xfrm>
            <a:off x="576003" y="1800000"/>
            <a:ext cx="8333999" cy="2386800"/>
          </a:xfrm>
        </p:spPr>
        <p:txBody>
          <a:bodyPr anchor="b">
            <a:normAutofit/>
          </a:bodyPr>
          <a:lstStyle>
            <a:lvl1pPr>
              <a:defRPr sz="4000" baseline="0">
                <a:solidFill>
                  <a:srgbClr val="1D8DB0"/>
                </a:solidFill>
              </a:defRPr>
            </a:lvl1pPr>
          </a:lstStyle>
          <a:p>
            <a:r>
              <a:rPr lang="nl-NL"/>
              <a:t>Klik om de stijl te bewerken</a:t>
            </a:r>
          </a:p>
        </p:txBody>
      </p:sp>
      <p:sp>
        <p:nvSpPr>
          <p:cNvPr id="10" name="Tijdelijke aanduiding voor tekst 2"/>
          <p:cNvSpPr>
            <a:spLocks noGrp="1"/>
          </p:cNvSpPr>
          <p:nvPr>
            <p:ph type="body" idx="1"/>
          </p:nvPr>
        </p:nvSpPr>
        <p:spPr>
          <a:xfrm>
            <a:off x="576003" y="4359600"/>
            <a:ext cx="8333999" cy="1501200"/>
          </a:xfrm>
        </p:spPr>
        <p:txBody>
          <a:bodyPr lIns="0" tIns="0" rIns="0" bIns="0"/>
          <a:lstStyle>
            <a:lvl1pPr marL="0" indent="0">
              <a:buNone/>
              <a:defRPr sz="2400" baseline="0">
                <a:solidFill>
                  <a:srgbClr val="005E77"/>
                </a:solidFill>
              </a:defRPr>
            </a:lvl1pPr>
            <a:lvl2pPr marL="457189" indent="0">
              <a:buNone/>
              <a:defRPr sz="2000">
                <a:solidFill>
                  <a:schemeClr val="tx1">
                    <a:tint val="75000"/>
                  </a:schemeClr>
                </a:solidFill>
              </a:defRPr>
            </a:lvl2pPr>
            <a:lvl3pPr marL="914377"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1"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nl-NL"/>
              <a:t>Tekststijl van het model bewerken</a:t>
            </a:r>
          </a:p>
        </p:txBody>
      </p:sp>
    </p:spTree>
    <p:extLst>
      <p:ext uri="{BB962C8B-B14F-4D97-AF65-F5344CB8AC3E}">
        <p14:creationId xmlns:p14="http://schemas.microsoft.com/office/powerpoint/2010/main" val="332277031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Section Header_White">
    <p:spTree>
      <p:nvGrpSpPr>
        <p:cNvPr id="1" name=""/>
        <p:cNvGrpSpPr/>
        <p:nvPr/>
      </p:nvGrpSpPr>
      <p:grpSpPr>
        <a:xfrm>
          <a:off x="0" y="0"/>
          <a:ext cx="0" cy="0"/>
          <a:chOff x="0" y="0"/>
          <a:chExt cx="0" cy="0"/>
        </a:xfrm>
      </p:grpSpPr>
      <p:sp>
        <p:nvSpPr>
          <p:cNvPr id="4" name="Tijdelijke aanduiding voor datum 3"/>
          <p:cNvSpPr>
            <a:spLocks noGrp="1"/>
          </p:cNvSpPr>
          <p:nvPr>
            <p:ph type="dt" sz="half" idx="10"/>
          </p:nvPr>
        </p:nvSpPr>
        <p:spPr/>
        <p:txBody>
          <a:bodyPr/>
          <a:lstStyle/>
          <a:p>
            <a:r>
              <a:rPr lang="nl-BE"/>
              <a:t>04/06/2025</a:t>
            </a:r>
            <a:endParaRPr lang="nl-NL"/>
          </a:p>
        </p:txBody>
      </p:sp>
      <p:sp>
        <p:nvSpPr>
          <p:cNvPr id="5" name="Tijdelijke aanduiding voor voettekst 4"/>
          <p:cNvSpPr>
            <a:spLocks noGrp="1"/>
          </p:cNvSpPr>
          <p:nvPr>
            <p:ph type="ftr" sz="quarter" idx="11"/>
          </p:nvPr>
        </p:nvSpPr>
        <p:spPr/>
        <p:txBody>
          <a:bodyPr/>
          <a:lstStyle/>
          <a:p>
            <a:r>
              <a:rPr lang="nl-NL"/>
              <a:t>NIKAW</a:t>
            </a:r>
          </a:p>
        </p:txBody>
      </p:sp>
      <p:sp>
        <p:nvSpPr>
          <p:cNvPr id="6" name="Tijdelijke aanduiding voor dianummer 5"/>
          <p:cNvSpPr>
            <a:spLocks noGrp="1"/>
          </p:cNvSpPr>
          <p:nvPr>
            <p:ph type="sldNum" sz="quarter" idx="12"/>
          </p:nvPr>
        </p:nvSpPr>
        <p:spPr/>
        <p:txBody>
          <a:bodyPr/>
          <a:lstStyle/>
          <a:p>
            <a:fld id="{CF179DAE-D0A6-40C3-B8BC-6A97C268D03A}" type="slidenum">
              <a:rPr lang="nl-NL" smtClean="0"/>
              <a:t>‹#›</a:t>
            </a:fld>
            <a:endParaRPr lang="nl-NL"/>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543791" y="675126"/>
            <a:ext cx="4648209" cy="5507747"/>
          </a:xfrm>
          <a:prstGeom prst="rect">
            <a:avLst/>
          </a:prstGeom>
        </p:spPr>
      </p:pic>
      <p:sp>
        <p:nvSpPr>
          <p:cNvPr id="8" name="Titel 1"/>
          <p:cNvSpPr>
            <a:spLocks noGrp="1"/>
          </p:cNvSpPr>
          <p:nvPr>
            <p:ph type="title"/>
          </p:nvPr>
        </p:nvSpPr>
        <p:spPr>
          <a:xfrm>
            <a:off x="576003" y="1800000"/>
            <a:ext cx="8333999" cy="2386800"/>
          </a:xfrm>
        </p:spPr>
        <p:txBody>
          <a:bodyPr anchor="b">
            <a:normAutofit/>
          </a:bodyPr>
          <a:lstStyle>
            <a:lvl1pPr>
              <a:defRPr sz="4000"/>
            </a:lvl1pPr>
          </a:lstStyle>
          <a:p>
            <a:r>
              <a:rPr lang="nl-NL"/>
              <a:t>Klik om de stijl te bewerken</a:t>
            </a:r>
          </a:p>
        </p:txBody>
      </p:sp>
      <p:sp>
        <p:nvSpPr>
          <p:cNvPr id="9" name="Tijdelijke aanduiding voor tekst 2"/>
          <p:cNvSpPr>
            <a:spLocks noGrp="1"/>
          </p:cNvSpPr>
          <p:nvPr>
            <p:ph type="body" idx="1"/>
          </p:nvPr>
        </p:nvSpPr>
        <p:spPr>
          <a:xfrm>
            <a:off x="576003" y="4359600"/>
            <a:ext cx="8333999" cy="1501200"/>
          </a:xfrm>
        </p:spPr>
        <p:txBody>
          <a:bodyPr lIns="0" tIns="0" rIns="0" bIns="0"/>
          <a:lstStyle>
            <a:lvl1pPr marL="0" indent="0">
              <a:buNone/>
              <a:defRPr sz="2400" baseline="0">
                <a:solidFill>
                  <a:srgbClr val="2F4D5D"/>
                </a:solidFill>
              </a:defRPr>
            </a:lvl1pPr>
            <a:lvl2pPr marL="457189" indent="0">
              <a:buNone/>
              <a:defRPr sz="2000">
                <a:solidFill>
                  <a:schemeClr val="tx1">
                    <a:tint val="75000"/>
                  </a:schemeClr>
                </a:solidFill>
              </a:defRPr>
            </a:lvl2pPr>
            <a:lvl3pPr marL="914377"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1"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nl-NL"/>
              <a:t>Tekststijl van het model bewerken</a:t>
            </a:r>
          </a:p>
        </p:txBody>
      </p:sp>
    </p:spTree>
    <p:extLst>
      <p:ext uri="{BB962C8B-B14F-4D97-AF65-F5344CB8AC3E}">
        <p14:creationId xmlns:p14="http://schemas.microsoft.com/office/powerpoint/2010/main" val="32706911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pn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7.xml"/><Relationship Id="rId13" Type="http://schemas.openxmlformats.org/officeDocument/2006/relationships/slideLayout" Target="../slideLayouts/slideLayout22.xml"/><Relationship Id="rId3" Type="http://schemas.openxmlformats.org/officeDocument/2006/relationships/slideLayout" Target="../slideLayouts/slideLayout12.xml"/><Relationship Id="rId7" Type="http://schemas.openxmlformats.org/officeDocument/2006/relationships/slideLayout" Target="../slideLayouts/slideLayout16.xml"/><Relationship Id="rId12" Type="http://schemas.openxmlformats.org/officeDocument/2006/relationships/slideLayout" Target="../slideLayouts/slideLayout21.xml"/><Relationship Id="rId2" Type="http://schemas.openxmlformats.org/officeDocument/2006/relationships/slideLayout" Target="../slideLayouts/slideLayout11.xml"/><Relationship Id="rId16" Type="http://schemas.openxmlformats.org/officeDocument/2006/relationships/image" Target="../media/image1.png"/><Relationship Id="rId1" Type="http://schemas.openxmlformats.org/officeDocument/2006/relationships/slideLayout" Target="../slideLayouts/slideLayout10.xml"/><Relationship Id="rId6" Type="http://schemas.openxmlformats.org/officeDocument/2006/relationships/slideLayout" Target="../slideLayouts/slideLayout15.xml"/><Relationship Id="rId11" Type="http://schemas.openxmlformats.org/officeDocument/2006/relationships/slideLayout" Target="../slideLayouts/slideLayout20.xml"/><Relationship Id="rId5" Type="http://schemas.openxmlformats.org/officeDocument/2006/relationships/slideLayout" Target="../slideLayouts/slideLayout14.xml"/><Relationship Id="rId15" Type="http://schemas.openxmlformats.org/officeDocument/2006/relationships/theme" Target="../theme/theme2.xml"/><Relationship Id="rId10" Type="http://schemas.openxmlformats.org/officeDocument/2006/relationships/slideLayout" Target="../slideLayouts/slideLayout19.xml"/><Relationship Id="rId4" Type="http://schemas.openxmlformats.org/officeDocument/2006/relationships/slideLayout" Target="../slideLayouts/slideLayout13.xml"/><Relationship Id="rId9" Type="http://schemas.openxmlformats.org/officeDocument/2006/relationships/slideLayout" Target="../slideLayouts/slideLayout18.xml"/><Relationship Id="rId14" Type="http://schemas.openxmlformats.org/officeDocument/2006/relationships/slideLayout" Target="../slideLayouts/slideLayout23.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26.xml"/><Relationship Id="rId2" Type="http://schemas.openxmlformats.org/officeDocument/2006/relationships/slideLayout" Target="../slideLayouts/slideLayout25.xml"/><Relationship Id="rId1" Type="http://schemas.openxmlformats.org/officeDocument/2006/relationships/slideLayout" Target="../slideLayouts/slideLayout24.xml"/><Relationship Id="rId5" Type="http://schemas.openxmlformats.org/officeDocument/2006/relationships/image" Target="../media/image1.png"/><Relationship Id="rId4"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hthoek 6"/>
          <p:cNvSpPr/>
          <p:nvPr userDrawn="1"/>
        </p:nvSpPr>
        <p:spPr>
          <a:xfrm>
            <a:off x="0" y="6210000"/>
            <a:ext cx="12192000" cy="64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nl-BE"/>
          </a:p>
        </p:txBody>
      </p:sp>
      <p:pic>
        <p:nvPicPr>
          <p:cNvPr id="8" name="Afbeelding 7"/>
          <p:cNvPicPr>
            <a:picLocks noChangeAspect="1"/>
          </p:cNvPicPr>
          <p:nvPr userDrawn="1"/>
        </p:nvPicPr>
        <p:blipFill>
          <a:blip r:embed="rId11" cstate="print">
            <a:extLst>
              <a:ext uri="{28A0092B-C50C-407E-A947-70E740481C1C}">
                <a14:useLocalDpi xmlns:a14="http://schemas.microsoft.com/office/drawing/2010/main" val="0"/>
              </a:ext>
            </a:extLst>
          </a:blip>
          <a:stretch>
            <a:fillRect/>
          </a:stretch>
        </p:blipFill>
        <p:spPr>
          <a:xfrm>
            <a:off x="11041200" y="6353999"/>
            <a:ext cx="1008305" cy="360000"/>
          </a:xfrm>
          <a:prstGeom prst="rect">
            <a:avLst/>
          </a:prstGeom>
        </p:spPr>
      </p:pic>
      <p:sp>
        <p:nvSpPr>
          <p:cNvPr id="2" name="Tijdelijke aanduiding voor titel 1"/>
          <p:cNvSpPr>
            <a:spLocks noGrp="1"/>
          </p:cNvSpPr>
          <p:nvPr>
            <p:ph type="title"/>
          </p:nvPr>
        </p:nvSpPr>
        <p:spPr>
          <a:xfrm>
            <a:off x="576000" y="207036"/>
            <a:ext cx="11041200" cy="1152000"/>
          </a:xfrm>
          <a:prstGeom prst="rect">
            <a:avLst/>
          </a:prstGeom>
        </p:spPr>
        <p:txBody>
          <a:bodyPr vert="horz" lIns="0" tIns="0" rIns="0" bIns="0" rtlCol="0" anchor="ctr" anchorCtr="0">
            <a:normAutofit/>
          </a:bodyPr>
          <a:lstStyle/>
          <a:p>
            <a:r>
              <a:rPr lang="nl-NL"/>
              <a:t>Titelstijl van model bewerken</a:t>
            </a:r>
          </a:p>
        </p:txBody>
      </p:sp>
      <p:sp>
        <p:nvSpPr>
          <p:cNvPr id="3" name="Tijdelijke aanduiding voor tekst 2"/>
          <p:cNvSpPr>
            <a:spLocks noGrp="1"/>
          </p:cNvSpPr>
          <p:nvPr>
            <p:ph type="body" idx="1"/>
          </p:nvPr>
        </p:nvSpPr>
        <p:spPr>
          <a:xfrm>
            <a:off x="576000" y="1656000"/>
            <a:ext cx="11041200" cy="4464000"/>
          </a:xfrm>
          <a:prstGeom prst="rect">
            <a:avLst/>
          </a:prstGeom>
        </p:spPr>
        <p:txBody>
          <a:bodyPr vert="horz" lIns="91440" tIns="45720" rIns="91440" bIns="45720" rtlCol="0">
            <a:normAutofit/>
          </a:bodyPr>
          <a:lstStyle/>
          <a:p>
            <a:pPr lvl="0"/>
            <a:r>
              <a:rPr lang="nl-NL"/>
              <a:t>Klik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4" name="Tijdelijke aanduiding voor datum 3"/>
          <p:cNvSpPr>
            <a:spLocks noGrp="1"/>
          </p:cNvSpPr>
          <p:nvPr>
            <p:ph type="dt" sz="half" idx="2"/>
          </p:nvPr>
        </p:nvSpPr>
        <p:spPr>
          <a:xfrm>
            <a:off x="1440000" y="6210000"/>
            <a:ext cx="720000" cy="648000"/>
          </a:xfrm>
          <a:prstGeom prst="rect">
            <a:avLst/>
          </a:prstGeom>
        </p:spPr>
        <p:txBody>
          <a:bodyPr vert="horz" lIns="0" tIns="0" rIns="0" bIns="0" rtlCol="0" anchor="ctr"/>
          <a:lstStyle>
            <a:lvl1pPr algn="l">
              <a:defRPr sz="1000" baseline="0">
                <a:solidFill>
                  <a:schemeClr val="bg1"/>
                </a:solidFill>
                <a:latin typeface="Arial" charset="0"/>
              </a:defRPr>
            </a:lvl1pPr>
          </a:lstStyle>
          <a:p>
            <a:r>
              <a:rPr lang="nl-BE"/>
              <a:t>04/06/2025</a:t>
            </a:r>
            <a:endParaRPr lang="nl-NL"/>
          </a:p>
        </p:txBody>
      </p:sp>
      <p:sp>
        <p:nvSpPr>
          <p:cNvPr id="5" name="Tijdelijke aanduiding voor voettekst 4"/>
          <p:cNvSpPr>
            <a:spLocks noGrp="1"/>
          </p:cNvSpPr>
          <p:nvPr>
            <p:ph type="ftr" sz="quarter" idx="3"/>
          </p:nvPr>
        </p:nvSpPr>
        <p:spPr>
          <a:xfrm>
            <a:off x="6033600" y="6210000"/>
            <a:ext cx="4993200" cy="648000"/>
          </a:xfrm>
          <a:prstGeom prst="rect">
            <a:avLst/>
          </a:prstGeom>
        </p:spPr>
        <p:txBody>
          <a:bodyPr vert="horz" lIns="0" tIns="0" rIns="180000" bIns="0" rtlCol="0" anchor="ctr"/>
          <a:lstStyle>
            <a:lvl1pPr algn="r">
              <a:defRPr sz="1000" baseline="0">
                <a:solidFill>
                  <a:schemeClr val="bg1"/>
                </a:solidFill>
                <a:latin typeface="Arial" charset="0"/>
              </a:defRPr>
            </a:lvl1pPr>
          </a:lstStyle>
          <a:p>
            <a:r>
              <a:rPr lang="nl-NL"/>
              <a:t>NIKAW</a:t>
            </a:r>
          </a:p>
        </p:txBody>
      </p:sp>
      <p:sp>
        <p:nvSpPr>
          <p:cNvPr id="6" name="Tijdelijke aanduiding voor dianummer 5"/>
          <p:cNvSpPr>
            <a:spLocks noGrp="1"/>
          </p:cNvSpPr>
          <p:nvPr>
            <p:ph type="sldNum" sz="quarter" idx="4"/>
          </p:nvPr>
        </p:nvSpPr>
        <p:spPr>
          <a:xfrm>
            <a:off x="576000" y="6210000"/>
            <a:ext cx="648000" cy="648000"/>
          </a:xfrm>
          <a:prstGeom prst="rect">
            <a:avLst/>
          </a:prstGeom>
        </p:spPr>
        <p:txBody>
          <a:bodyPr vert="horz" lIns="0" tIns="0" rIns="0" bIns="0" rtlCol="0" anchor="ctr"/>
          <a:lstStyle>
            <a:lvl1pPr algn="l">
              <a:defRPr sz="1000" baseline="0">
                <a:solidFill>
                  <a:schemeClr val="bg1"/>
                </a:solidFill>
                <a:latin typeface="Arial" charset="0"/>
              </a:defRPr>
            </a:lvl1pPr>
          </a:lstStyle>
          <a:p>
            <a:fld id="{0A297500-7527-634B-90F4-69D0994C32B4}" type="slidenum">
              <a:rPr lang="nl-NL" smtClean="0"/>
              <a:pPr/>
              <a:t>‹#›</a:t>
            </a:fld>
            <a:endParaRPr lang="nl-NL"/>
          </a:p>
        </p:txBody>
      </p:sp>
    </p:spTree>
    <p:extLst>
      <p:ext uri="{BB962C8B-B14F-4D97-AF65-F5344CB8AC3E}">
        <p14:creationId xmlns:p14="http://schemas.microsoft.com/office/powerpoint/2010/main" val="8901526"/>
      </p:ext>
    </p:extLst>
  </p:cSld>
  <p:clrMap bg1="lt1" tx1="dk1" bg2="lt2" tx2="dk2" accent1="accent1" accent2="accent2" accent3="accent3" accent4="accent4" accent5="accent5" accent6="accent6" hlink="hlink" folHlink="folHlink"/>
  <p:sldLayoutIdLst>
    <p:sldLayoutId id="2147483712" r:id="rId1"/>
    <p:sldLayoutId id="2147483713" r:id="rId2"/>
    <p:sldLayoutId id="2147483714" r:id="rId3"/>
    <p:sldLayoutId id="2147483715" r:id="rId4"/>
    <p:sldLayoutId id="2147483716" r:id="rId5"/>
    <p:sldLayoutId id="2147483717" r:id="rId6"/>
    <p:sldLayoutId id="2147483718" r:id="rId7"/>
    <p:sldLayoutId id="2147483719" r:id="rId8"/>
    <p:sldLayoutId id="2147483720" r:id="rId9"/>
  </p:sldLayoutIdLst>
  <p:hf hdr="0"/>
  <p:txStyles>
    <p:titleStyle>
      <a:lvl1pPr algn="l" defTabSz="914400" rtl="0" eaLnBrk="1" latinLnBrk="0" hangingPunct="1">
        <a:lnSpc>
          <a:spcPct val="100000"/>
        </a:lnSpc>
        <a:spcBef>
          <a:spcPct val="0"/>
        </a:spcBef>
        <a:buNone/>
        <a:defRPr sz="4000" kern="1200" baseline="0">
          <a:solidFill>
            <a:schemeClr val="tx2"/>
          </a:solidFill>
          <a:latin typeface="Arial" charset="0"/>
          <a:ea typeface="+mj-ea"/>
          <a:cs typeface="+mj-cs"/>
        </a:defRPr>
      </a:lvl1pPr>
    </p:titleStyle>
    <p:bodyStyle>
      <a:lvl1pPr marL="228600" indent="-228600" algn="l" defTabSz="914400" rtl="0" eaLnBrk="1" latinLnBrk="0" hangingPunct="1">
        <a:lnSpc>
          <a:spcPct val="100000"/>
        </a:lnSpc>
        <a:spcBef>
          <a:spcPts val="1000"/>
        </a:spcBef>
        <a:buFont typeface="Arial"/>
        <a:buChar char="•"/>
        <a:defRPr sz="2400" kern="1200" baseline="0">
          <a:solidFill>
            <a:schemeClr val="tx1"/>
          </a:solidFill>
          <a:latin typeface="Arial" charset="0"/>
          <a:ea typeface="+mn-ea"/>
          <a:cs typeface="+mn-cs"/>
        </a:defRPr>
      </a:lvl1pPr>
      <a:lvl2pPr marL="685800" indent="-228600" algn="l" defTabSz="914400" rtl="0" eaLnBrk="1" latinLnBrk="0" hangingPunct="1">
        <a:lnSpc>
          <a:spcPct val="100000"/>
        </a:lnSpc>
        <a:spcBef>
          <a:spcPts val="500"/>
        </a:spcBef>
        <a:buFont typeface="Arial"/>
        <a:buChar char="•"/>
        <a:defRPr sz="2400" kern="1200" baseline="0">
          <a:solidFill>
            <a:schemeClr val="tx1"/>
          </a:solidFill>
          <a:latin typeface="Arial" charset="0"/>
          <a:ea typeface="+mn-ea"/>
          <a:cs typeface="+mn-cs"/>
        </a:defRPr>
      </a:lvl2pPr>
      <a:lvl3pPr marL="1143000" indent="-228600" algn="l" defTabSz="914400" rtl="0" eaLnBrk="1" latinLnBrk="0" hangingPunct="1">
        <a:lnSpc>
          <a:spcPct val="100000"/>
        </a:lnSpc>
        <a:spcBef>
          <a:spcPts val="500"/>
        </a:spcBef>
        <a:buFont typeface="Arial"/>
        <a:buChar char="•"/>
        <a:defRPr sz="2000" kern="1200" baseline="0">
          <a:solidFill>
            <a:schemeClr val="tx1"/>
          </a:solidFill>
          <a:latin typeface="Arial" charset="0"/>
          <a:ea typeface="+mn-ea"/>
          <a:cs typeface="+mn-cs"/>
        </a:defRPr>
      </a:lvl3pPr>
      <a:lvl4pPr marL="1600200" indent="-228600" algn="l" defTabSz="914400" rtl="0" eaLnBrk="1" latinLnBrk="0" hangingPunct="1">
        <a:lnSpc>
          <a:spcPct val="100000"/>
        </a:lnSpc>
        <a:spcBef>
          <a:spcPts val="500"/>
        </a:spcBef>
        <a:buFont typeface="Arial"/>
        <a:buChar char="•"/>
        <a:defRPr sz="1800" kern="1200" baseline="0">
          <a:solidFill>
            <a:schemeClr val="tx1"/>
          </a:solidFill>
          <a:latin typeface="Arial" charset="0"/>
          <a:ea typeface="+mn-ea"/>
          <a:cs typeface="+mn-cs"/>
        </a:defRPr>
      </a:lvl4pPr>
      <a:lvl5pPr marL="2057400" indent="-228600" algn="l" defTabSz="914400" rtl="0" eaLnBrk="1" latinLnBrk="0" hangingPunct="1">
        <a:lnSpc>
          <a:spcPct val="100000"/>
        </a:lnSpc>
        <a:spcBef>
          <a:spcPts val="500"/>
        </a:spcBef>
        <a:buFont typeface="Arial"/>
        <a:buChar char="•"/>
        <a:defRPr sz="1800" kern="1200" baseline="0">
          <a:solidFill>
            <a:schemeClr val="tx1"/>
          </a:solidFill>
          <a:latin typeface="Arial"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042">
          <p15:clr>
            <a:srgbClr val="F26B43"/>
          </p15:clr>
        </p15:guide>
        <p15:guide id="2" pos="7319">
          <p15:clr>
            <a:srgbClr val="F26B43"/>
          </p15:clr>
        </p15:guide>
        <p15:guide id="3" orient="horz" pos="3857">
          <p15:clr>
            <a:srgbClr val="F26B43"/>
          </p15:clr>
        </p15:guide>
        <p15:guide id="4" pos="362">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hthoek 6"/>
          <p:cNvSpPr/>
          <p:nvPr userDrawn="1"/>
        </p:nvSpPr>
        <p:spPr>
          <a:xfrm>
            <a:off x="0" y="6210000"/>
            <a:ext cx="12192000" cy="64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nl-BE"/>
          </a:p>
        </p:txBody>
      </p:sp>
      <p:pic>
        <p:nvPicPr>
          <p:cNvPr id="8" name="Afbeelding 7"/>
          <p:cNvPicPr>
            <a:picLocks noChangeAspect="1"/>
          </p:cNvPicPr>
          <p:nvPr userDrawn="1"/>
        </p:nvPicPr>
        <p:blipFill>
          <a:blip r:embed="rId16" cstate="print">
            <a:extLst>
              <a:ext uri="{28A0092B-C50C-407E-A947-70E740481C1C}">
                <a14:useLocalDpi xmlns:a14="http://schemas.microsoft.com/office/drawing/2010/main" val="0"/>
              </a:ext>
            </a:extLst>
          </a:blip>
          <a:stretch>
            <a:fillRect/>
          </a:stretch>
        </p:blipFill>
        <p:spPr>
          <a:xfrm>
            <a:off x="11041200" y="6353999"/>
            <a:ext cx="1008305" cy="360000"/>
          </a:xfrm>
          <a:prstGeom prst="rect">
            <a:avLst/>
          </a:prstGeom>
        </p:spPr>
      </p:pic>
      <p:sp>
        <p:nvSpPr>
          <p:cNvPr id="2" name="Tijdelijke aanduiding voor titel 1"/>
          <p:cNvSpPr>
            <a:spLocks noGrp="1"/>
          </p:cNvSpPr>
          <p:nvPr>
            <p:ph type="title"/>
          </p:nvPr>
        </p:nvSpPr>
        <p:spPr>
          <a:xfrm>
            <a:off x="576000" y="207036"/>
            <a:ext cx="11041200" cy="1152000"/>
          </a:xfrm>
          <a:prstGeom prst="rect">
            <a:avLst/>
          </a:prstGeom>
        </p:spPr>
        <p:txBody>
          <a:bodyPr vert="horz" lIns="0" tIns="0" rIns="0" bIns="0" rtlCol="0" anchor="ctr" anchorCtr="0">
            <a:normAutofit/>
          </a:bodyPr>
          <a:lstStyle/>
          <a:p>
            <a:r>
              <a:rPr lang="nl-NL"/>
              <a:t>Titelstijl van model bewerken</a:t>
            </a:r>
          </a:p>
        </p:txBody>
      </p:sp>
      <p:sp>
        <p:nvSpPr>
          <p:cNvPr id="3" name="Tijdelijke aanduiding voor tekst 2"/>
          <p:cNvSpPr>
            <a:spLocks noGrp="1"/>
          </p:cNvSpPr>
          <p:nvPr>
            <p:ph type="body" idx="1"/>
          </p:nvPr>
        </p:nvSpPr>
        <p:spPr>
          <a:xfrm>
            <a:off x="576000" y="1656000"/>
            <a:ext cx="11041200" cy="4464000"/>
          </a:xfrm>
          <a:prstGeom prst="rect">
            <a:avLst/>
          </a:prstGeom>
        </p:spPr>
        <p:txBody>
          <a:bodyPr vert="horz" lIns="91440" tIns="45720" rIns="91440" bIns="45720" rtlCol="0">
            <a:normAutofit/>
          </a:bodyPr>
          <a:lstStyle/>
          <a:p>
            <a:pPr lvl="0"/>
            <a:r>
              <a:rPr lang="nl-NL"/>
              <a:t>Klik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4" name="Tijdelijke aanduiding voor datum 3"/>
          <p:cNvSpPr>
            <a:spLocks noGrp="1"/>
          </p:cNvSpPr>
          <p:nvPr>
            <p:ph type="dt" sz="half" idx="2"/>
          </p:nvPr>
        </p:nvSpPr>
        <p:spPr>
          <a:xfrm>
            <a:off x="1440000" y="6210000"/>
            <a:ext cx="720000" cy="648000"/>
          </a:xfrm>
          <a:prstGeom prst="rect">
            <a:avLst/>
          </a:prstGeom>
        </p:spPr>
        <p:txBody>
          <a:bodyPr vert="horz" lIns="0" tIns="0" rIns="0" bIns="0" rtlCol="0" anchor="ctr"/>
          <a:lstStyle>
            <a:lvl1pPr algn="l">
              <a:defRPr sz="1000" baseline="0">
                <a:solidFill>
                  <a:schemeClr val="bg1"/>
                </a:solidFill>
                <a:latin typeface="Arial" charset="0"/>
              </a:defRPr>
            </a:lvl1pPr>
          </a:lstStyle>
          <a:p>
            <a:r>
              <a:rPr lang="nl-BE"/>
              <a:t>04/06/2025</a:t>
            </a:r>
            <a:endParaRPr lang="nl-NL"/>
          </a:p>
        </p:txBody>
      </p:sp>
      <p:sp>
        <p:nvSpPr>
          <p:cNvPr id="5" name="Tijdelijke aanduiding voor voettekst 4"/>
          <p:cNvSpPr>
            <a:spLocks noGrp="1"/>
          </p:cNvSpPr>
          <p:nvPr>
            <p:ph type="ftr" sz="quarter" idx="3"/>
          </p:nvPr>
        </p:nvSpPr>
        <p:spPr>
          <a:xfrm>
            <a:off x="6033600" y="6210000"/>
            <a:ext cx="4993200" cy="648000"/>
          </a:xfrm>
          <a:prstGeom prst="rect">
            <a:avLst/>
          </a:prstGeom>
        </p:spPr>
        <p:txBody>
          <a:bodyPr vert="horz" lIns="0" tIns="0" rIns="180000" bIns="0" rtlCol="0" anchor="ctr"/>
          <a:lstStyle>
            <a:lvl1pPr algn="r">
              <a:defRPr sz="1000" baseline="0">
                <a:solidFill>
                  <a:schemeClr val="bg1"/>
                </a:solidFill>
                <a:latin typeface="Arial" charset="0"/>
              </a:defRPr>
            </a:lvl1pPr>
          </a:lstStyle>
          <a:p>
            <a:r>
              <a:rPr lang="nl-NL"/>
              <a:t>NIKAW</a:t>
            </a:r>
          </a:p>
        </p:txBody>
      </p:sp>
      <p:sp>
        <p:nvSpPr>
          <p:cNvPr id="6" name="Tijdelijke aanduiding voor dianummer 5"/>
          <p:cNvSpPr>
            <a:spLocks noGrp="1"/>
          </p:cNvSpPr>
          <p:nvPr>
            <p:ph type="sldNum" sz="quarter" idx="4"/>
          </p:nvPr>
        </p:nvSpPr>
        <p:spPr>
          <a:xfrm>
            <a:off x="576000" y="6210000"/>
            <a:ext cx="648000" cy="648000"/>
          </a:xfrm>
          <a:prstGeom prst="rect">
            <a:avLst/>
          </a:prstGeom>
        </p:spPr>
        <p:txBody>
          <a:bodyPr vert="horz" lIns="0" tIns="0" rIns="0" bIns="0" rtlCol="0" anchor="ctr"/>
          <a:lstStyle>
            <a:lvl1pPr algn="l">
              <a:defRPr sz="1000" baseline="0">
                <a:solidFill>
                  <a:schemeClr val="bg1"/>
                </a:solidFill>
                <a:latin typeface="Arial" charset="0"/>
              </a:defRPr>
            </a:lvl1pPr>
          </a:lstStyle>
          <a:p>
            <a:fld id="{0A297500-7527-634B-90F4-69D0994C32B4}" type="slidenum">
              <a:rPr lang="nl-NL" smtClean="0"/>
              <a:pPr/>
              <a:t>‹#›</a:t>
            </a:fld>
            <a:endParaRPr lang="nl-NL"/>
          </a:p>
        </p:txBody>
      </p:sp>
    </p:spTree>
    <p:extLst>
      <p:ext uri="{BB962C8B-B14F-4D97-AF65-F5344CB8AC3E}">
        <p14:creationId xmlns:p14="http://schemas.microsoft.com/office/powerpoint/2010/main" val="46375598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60" r:id="rId4"/>
    <p:sldLayoutId id="2147483652" r:id="rId5"/>
    <p:sldLayoutId id="2147483653" r:id="rId6"/>
    <p:sldLayoutId id="2147483654" r:id="rId7"/>
    <p:sldLayoutId id="2147483655" r:id="rId8"/>
    <p:sldLayoutId id="2147483661" r:id="rId9"/>
    <p:sldLayoutId id="2147483698" r:id="rId10"/>
    <p:sldLayoutId id="2147483706" r:id="rId11"/>
    <p:sldLayoutId id="2147483708" r:id="rId12"/>
    <p:sldLayoutId id="2147483709" r:id="rId13"/>
    <p:sldLayoutId id="2147483710" r:id="rId14"/>
  </p:sldLayoutIdLst>
  <p:hf hdr="0"/>
  <p:txStyles>
    <p:titleStyle>
      <a:lvl1pPr algn="l" defTabSz="914400" rtl="0" eaLnBrk="1" latinLnBrk="0" hangingPunct="1">
        <a:lnSpc>
          <a:spcPct val="100000"/>
        </a:lnSpc>
        <a:spcBef>
          <a:spcPct val="0"/>
        </a:spcBef>
        <a:buNone/>
        <a:defRPr sz="4000" kern="1200" baseline="0">
          <a:solidFill>
            <a:schemeClr val="tx2"/>
          </a:solidFill>
          <a:latin typeface="Arial" charset="0"/>
          <a:ea typeface="+mj-ea"/>
          <a:cs typeface="+mj-cs"/>
        </a:defRPr>
      </a:lvl1pPr>
    </p:titleStyle>
    <p:bodyStyle>
      <a:lvl1pPr marL="228600" indent="-228600" algn="l" defTabSz="914400" rtl="0" eaLnBrk="1" latinLnBrk="0" hangingPunct="1">
        <a:lnSpc>
          <a:spcPct val="100000"/>
        </a:lnSpc>
        <a:spcBef>
          <a:spcPts val="1000"/>
        </a:spcBef>
        <a:buFont typeface="Arial"/>
        <a:buChar char="•"/>
        <a:defRPr sz="2400" kern="1200" baseline="0">
          <a:solidFill>
            <a:schemeClr val="tx1"/>
          </a:solidFill>
          <a:latin typeface="Arial" charset="0"/>
          <a:ea typeface="+mn-ea"/>
          <a:cs typeface="+mn-cs"/>
        </a:defRPr>
      </a:lvl1pPr>
      <a:lvl2pPr marL="685800" indent="-228600" algn="l" defTabSz="914400" rtl="0" eaLnBrk="1" latinLnBrk="0" hangingPunct="1">
        <a:lnSpc>
          <a:spcPct val="100000"/>
        </a:lnSpc>
        <a:spcBef>
          <a:spcPts val="500"/>
        </a:spcBef>
        <a:buFont typeface="Arial"/>
        <a:buChar char="•"/>
        <a:defRPr sz="2400" kern="1200" baseline="0">
          <a:solidFill>
            <a:schemeClr val="tx1"/>
          </a:solidFill>
          <a:latin typeface="Arial" charset="0"/>
          <a:ea typeface="+mn-ea"/>
          <a:cs typeface="+mn-cs"/>
        </a:defRPr>
      </a:lvl2pPr>
      <a:lvl3pPr marL="1143000" indent="-228600" algn="l" defTabSz="914400" rtl="0" eaLnBrk="1" latinLnBrk="0" hangingPunct="1">
        <a:lnSpc>
          <a:spcPct val="100000"/>
        </a:lnSpc>
        <a:spcBef>
          <a:spcPts val="500"/>
        </a:spcBef>
        <a:buFont typeface="Arial"/>
        <a:buChar char="•"/>
        <a:defRPr sz="2000" kern="1200" baseline="0">
          <a:solidFill>
            <a:schemeClr val="tx1"/>
          </a:solidFill>
          <a:latin typeface="Arial" charset="0"/>
          <a:ea typeface="+mn-ea"/>
          <a:cs typeface="+mn-cs"/>
        </a:defRPr>
      </a:lvl3pPr>
      <a:lvl4pPr marL="1600200" indent="-228600" algn="l" defTabSz="914400" rtl="0" eaLnBrk="1" latinLnBrk="0" hangingPunct="1">
        <a:lnSpc>
          <a:spcPct val="100000"/>
        </a:lnSpc>
        <a:spcBef>
          <a:spcPts val="500"/>
        </a:spcBef>
        <a:buFont typeface="Arial"/>
        <a:buChar char="•"/>
        <a:defRPr sz="1800" kern="1200" baseline="0">
          <a:solidFill>
            <a:schemeClr val="tx1"/>
          </a:solidFill>
          <a:latin typeface="Arial" charset="0"/>
          <a:ea typeface="+mn-ea"/>
          <a:cs typeface="+mn-cs"/>
        </a:defRPr>
      </a:lvl4pPr>
      <a:lvl5pPr marL="2057400" indent="-228600" algn="l" defTabSz="914400" rtl="0" eaLnBrk="1" latinLnBrk="0" hangingPunct="1">
        <a:lnSpc>
          <a:spcPct val="100000"/>
        </a:lnSpc>
        <a:spcBef>
          <a:spcPts val="500"/>
        </a:spcBef>
        <a:buFont typeface="Arial"/>
        <a:buChar char="•"/>
        <a:defRPr sz="1800" kern="1200" baseline="0">
          <a:solidFill>
            <a:schemeClr val="tx1"/>
          </a:solidFill>
          <a:latin typeface="Arial"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042" userDrawn="1">
          <p15:clr>
            <a:srgbClr val="F26B43"/>
          </p15:clr>
        </p15:guide>
        <p15:guide id="2" pos="7319" userDrawn="1">
          <p15:clr>
            <a:srgbClr val="F26B43"/>
          </p15:clr>
        </p15:guide>
        <p15:guide id="3" orient="horz" pos="3857" userDrawn="1">
          <p15:clr>
            <a:srgbClr val="F26B43"/>
          </p15:clr>
        </p15:guide>
        <p15:guide id="4" pos="362" userDrawn="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hthoek 6"/>
          <p:cNvSpPr/>
          <p:nvPr/>
        </p:nvSpPr>
        <p:spPr>
          <a:xfrm>
            <a:off x="0" y="6210000"/>
            <a:ext cx="12192000" cy="64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nl-BE"/>
          </a:p>
        </p:txBody>
      </p:sp>
      <p:pic>
        <p:nvPicPr>
          <p:cNvPr id="8" name="Afbeelding 7"/>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1041200" y="6353999"/>
            <a:ext cx="1008305" cy="360000"/>
          </a:xfrm>
          <a:prstGeom prst="rect">
            <a:avLst/>
          </a:prstGeom>
        </p:spPr>
      </p:pic>
      <p:sp>
        <p:nvSpPr>
          <p:cNvPr id="2" name="Tijdelijke aanduiding voor titel 1"/>
          <p:cNvSpPr>
            <a:spLocks noGrp="1"/>
          </p:cNvSpPr>
          <p:nvPr>
            <p:ph type="title"/>
          </p:nvPr>
        </p:nvSpPr>
        <p:spPr>
          <a:xfrm>
            <a:off x="576000" y="216000"/>
            <a:ext cx="11041200" cy="1152000"/>
          </a:xfrm>
          <a:prstGeom prst="rect">
            <a:avLst/>
          </a:prstGeom>
        </p:spPr>
        <p:txBody>
          <a:bodyPr vert="horz" lIns="0" tIns="0" rIns="0" bIns="0" rtlCol="0" anchor="ctr" anchorCtr="0">
            <a:normAutofit/>
          </a:bodyPr>
          <a:lstStyle/>
          <a:p>
            <a:r>
              <a:rPr lang="nl-NL"/>
              <a:t>Titelstijl van model bewerken</a:t>
            </a:r>
          </a:p>
        </p:txBody>
      </p:sp>
      <p:sp>
        <p:nvSpPr>
          <p:cNvPr id="3" name="Tijdelijke aanduiding voor tekst 2"/>
          <p:cNvSpPr>
            <a:spLocks noGrp="1"/>
          </p:cNvSpPr>
          <p:nvPr>
            <p:ph type="body" idx="1"/>
          </p:nvPr>
        </p:nvSpPr>
        <p:spPr>
          <a:xfrm>
            <a:off x="576000" y="1656000"/>
            <a:ext cx="11041200" cy="4464000"/>
          </a:xfrm>
          <a:prstGeom prst="rect">
            <a:avLst/>
          </a:prstGeom>
        </p:spPr>
        <p:txBody>
          <a:bodyPr vert="horz" lIns="91440" tIns="45720" rIns="91440" bIns="45720" rtlCol="0">
            <a:normAutofit/>
          </a:bodyPr>
          <a:lstStyle/>
          <a:p>
            <a:pPr lvl="0"/>
            <a:r>
              <a:rPr lang="nl-NL"/>
              <a:t>Klik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4" name="Tijdelijke aanduiding voor datum 3"/>
          <p:cNvSpPr>
            <a:spLocks noGrp="1"/>
          </p:cNvSpPr>
          <p:nvPr>
            <p:ph type="dt" sz="half" idx="2"/>
          </p:nvPr>
        </p:nvSpPr>
        <p:spPr>
          <a:xfrm>
            <a:off x="1440000" y="6210000"/>
            <a:ext cx="720000" cy="648000"/>
          </a:xfrm>
          <a:prstGeom prst="rect">
            <a:avLst/>
          </a:prstGeom>
        </p:spPr>
        <p:txBody>
          <a:bodyPr vert="horz" lIns="0" tIns="0" rIns="0" bIns="0" rtlCol="0" anchor="ctr"/>
          <a:lstStyle>
            <a:lvl1pPr algn="l">
              <a:defRPr sz="1000" baseline="0">
                <a:solidFill>
                  <a:schemeClr val="bg1"/>
                </a:solidFill>
                <a:latin typeface="Arial" charset="0"/>
              </a:defRPr>
            </a:lvl1pPr>
          </a:lstStyle>
          <a:p>
            <a:r>
              <a:rPr lang="nl-BE"/>
              <a:t>04/06/2025</a:t>
            </a:r>
            <a:endParaRPr lang="nl-NL"/>
          </a:p>
        </p:txBody>
      </p:sp>
      <p:sp>
        <p:nvSpPr>
          <p:cNvPr id="5" name="Tijdelijke aanduiding voor voettekst 4"/>
          <p:cNvSpPr>
            <a:spLocks noGrp="1"/>
          </p:cNvSpPr>
          <p:nvPr>
            <p:ph type="ftr" sz="quarter" idx="3"/>
          </p:nvPr>
        </p:nvSpPr>
        <p:spPr>
          <a:xfrm>
            <a:off x="6033600" y="6210000"/>
            <a:ext cx="4993200" cy="648000"/>
          </a:xfrm>
          <a:prstGeom prst="rect">
            <a:avLst/>
          </a:prstGeom>
        </p:spPr>
        <p:txBody>
          <a:bodyPr vert="horz" lIns="0" tIns="0" rIns="180000" bIns="0" rtlCol="0" anchor="ctr"/>
          <a:lstStyle>
            <a:lvl1pPr algn="r">
              <a:defRPr sz="1000" baseline="0">
                <a:solidFill>
                  <a:schemeClr val="bg1"/>
                </a:solidFill>
                <a:latin typeface="Arial" charset="0"/>
              </a:defRPr>
            </a:lvl1pPr>
          </a:lstStyle>
          <a:p>
            <a:r>
              <a:rPr lang="nl-NL"/>
              <a:t>NIKAW</a:t>
            </a:r>
          </a:p>
        </p:txBody>
      </p:sp>
      <p:sp>
        <p:nvSpPr>
          <p:cNvPr id="6" name="Tijdelijke aanduiding voor dianummer 5"/>
          <p:cNvSpPr>
            <a:spLocks noGrp="1"/>
          </p:cNvSpPr>
          <p:nvPr>
            <p:ph type="sldNum" sz="quarter" idx="4"/>
          </p:nvPr>
        </p:nvSpPr>
        <p:spPr>
          <a:xfrm>
            <a:off x="576000" y="6210000"/>
            <a:ext cx="648000" cy="648000"/>
          </a:xfrm>
          <a:prstGeom prst="rect">
            <a:avLst/>
          </a:prstGeom>
        </p:spPr>
        <p:txBody>
          <a:bodyPr vert="horz" lIns="0" tIns="0" rIns="0" bIns="0" rtlCol="0" anchor="ctr"/>
          <a:lstStyle>
            <a:lvl1pPr algn="l">
              <a:defRPr sz="1000" baseline="0">
                <a:solidFill>
                  <a:schemeClr val="bg1"/>
                </a:solidFill>
                <a:latin typeface="Arial" charset="0"/>
              </a:defRPr>
            </a:lvl1pPr>
          </a:lstStyle>
          <a:p>
            <a:fld id="{0A297500-7527-634B-90F4-69D0994C32B4}" type="slidenum">
              <a:rPr lang="nl-NL" smtClean="0"/>
              <a:pPr/>
              <a:t>‹#›</a:t>
            </a:fld>
            <a:endParaRPr lang="nl-NL"/>
          </a:p>
        </p:txBody>
      </p:sp>
    </p:spTree>
    <p:extLst>
      <p:ext uri="{BB962C8B-B14F-4D97-AF65-F5344CB8AC3E}">
        <p14:creationId xmlns:p14="http://schemas.microsoft.com/office/powerpoint/2010/main" val="1732523238"/>
      </p:ext>
    </p:extLst>
  </p:cSld>
  <p:clrMap bg1="lt1" tx1="dk1" bg2="lt2" tx2="dk2" accent1="accent1" accent2="accent2" accent3="accent3" accent4="accent4" accent5="accent5" accent6="accent6" hlink="hlink" folHlink="folHlink"/>
  <p:sldLayoutIdLst>
    <p:sldLayoutId id="2147483695" r:id="rId1"/>
    <p:sldLayoutId id="2147483696" r:id="rId2"/>
    <p:sldLayoutId id="2147483697" r:id="rId3"/>
  </p:sldLayoutIdLst>
  <p:hf hdr="0"/>
  <p:txStyles>
    <p:titleStyle>
      <a:lvl1pPr algn="l" defTabSz="914400" rtl="0" eaLnBrk="1" latinLnBrk="0" hangingPunct="1">
        <a:lnSpc>
          <a:spcPct val="100000"/>
        </a:lnSpc>
        <a:spcBef>
          <a:spcPct val="0"/>
        </a:spcBef>
        <a:buNone/>
        <a:defRPr sz="4000" kern="1200" baseline="0">
          <a:solidFill>
            <a:schemeClr val="tx2"/>
          </a:solidFill>
          <a:latin typeface="Arial" charset="0"/>
          <a:ea typeface="+mj-ea"/>
          <a:cs typeface="+mj-cs"/>
        </a:defRPr>
      </a:lvl1pPr>
    </p:titleStyle>
    <p:bodyStyle>
      <a:lvl1pPr marL="228600" indent="-228600" algn="l" defTabSz="914400" rtl="0" eaLnBrk="1" latinLnBrk="0" hangingPunct="1">
        <a:lnSpc>
          <a:spcPct val="100000"/>
        </a:lnSpc>
        <a:spcBef>
          <a:spcPts val="1000"/>
        </a:spcBef>
        <a:buFont typeface="Arial"/>
        <a:buChar char="•"/>
        <a:defRPr sz="2400" kern="1200" baseline="0">
          <a:solidFill>
            <a:schemeClr val="tx1"/>
          </a:solidFill>
          <a:latin typeface="Arial" charset="0"/>
          <a:ea typeface="+mn-ea"/>
          <a:cs typeface="+mn-cs"/>
        </a:defRPr>
      </a:lvl1pPr>
      <a:lvl2pPr marL="685800" indent="-228600" algn="l" defTabSz="914400" rtl="0" eaLnBrk="1" latinLnBrk="0" hangingPunct="1">
        <a:lnSpc>
          <a:spcPct val="100000"/>
        </a:lnSpc>
        <a:spcBef>
          <a:spcPts val="500"/>
        </a:spcBef>
        <a:buFont typeface="Arial"/>
        <a:buChar char="•"/>
        <a:defRPr sz="2400" kern="1200" baseline="0">
          <a:solidFill>
            <a:schemeClr val="tx1"/>
          </a:solidFill>
          <a:latin typeface="Arial" charset="0"/>
          <a:ea typeface="+mn-ea"/>
          <a:cs typeface="+mn-cs"/>
        </a:defRPr>
      </a:lvl2pPr>
      <a:lvl3pPr marL="1143000" indent="-228600" algn="l" defTabSz="914400" rtl="0" eaLnBrk="1" latinLnBrk="0" hangingPunct="1">
        <a:lnSpc>
          <a:spcPct val="100000"/>
        </a:lnSpc>
        <a:spcBef>
          <a:spcPts val="500"/>
        </a:spcBef>
        <a:buFont typeface="Arial"/>
        <a:buChar char="•"/>
        <a:defRPr sz="2000" kern="1200" baseline="0">
          <a:solidFill>
            <a:schemeClr val="tx1"/>
          </a:solidFill>
          <a:latin typeface="Arial" charset="0"/>
          <a:ea typeface="+mn-ea"/>
          <a:cs typeface="+mn-cs"/>
        </a:defRPr>
      </a:lvl3pPr>
      <a:lvl4pPr marL="1600200" indent="-228600" algn="l" defTabSz="914400" rtl="0" eaLnBrk="1" latinLnBrk="0" hangingPunct="1">
        <a:lnSpc>
          <a:spcPct val="100000"/>
        </a:lnSpc>
        <a:spcBef>
          <a:spcPts val="500"/>
        </a:spcBef>
        <a:buFont typeface="Arial"/>
        <a:buChar char="•"/>
        <a:defRPr sz="1800" kern="1200" baseline="0">
          <a:solidFill>
            <a:schemeClr val="tx1"/>
          </a:solidFill>
          <a:latin typeface="Arial" charset="0"/>
          <a:ea typeface="+mn-ea"/>
          <a:cs typeface="+mn-cs"/>
        </a:defRPr>
      </a:lvl4pPr>
      <a:lvl5pPr marL="2057400" indent="-228600" algn="l" defTabSz="914400" rtl="0" eaLnBrk="1" latinLnBrk="0" hangingPunct="1">
        <a:lnSpc>
          <a:spcPct val="100000"/>
        </a:lnSpc>
        <a:spcBef>
          <a:spcPts val="500"/>
        </a:spcBef>
        <a:buFont typeface="Arial"/>
        <a:buChar char="•"/>
        <a:defRPr sz="1800" kern="1200" baseline="0">
          <a:solidFill>
            <a:schemeClr val="tx1"/>
          </a:solidFill>
          <a:latin typeface="Arial"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11.xml"/><Relationship Id="rId6" Type="http://schemas.openxmlformats.org/officeDocument/2006/relationships/hyperlink" Target="https://lirias.kuleuven.be/4166374" TargetMode="External"/><Relationship Id="rId5" Type="http://schemas.openxmlformats.org/officeDocument/2006/relationships/hyperlink" Target="https://aclanthology.org/2024.ml4al-1.16" TargetMode="External"/><Relationship Id="rId4" Type="http://schemas.openxmlformats.org/officeDocument/2006/relationships/hyperlink" Target="https://doi.org/10.5281/zenodo.8337364" TargetMode="External"/></Relationships>
</file>

<file path=ppt/slides/_rels/slide4.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hyperlink" Target="https://de.wikisource.org/wiki/Paulys_Realencyclop%C3%A4die_der_classischen_Altertumswissenschaft/Register/pi" TargetMode="External"/></Relationships>
</file>

<file path=ppt/slides/_rels/slide5.xml.rels><?xml version="1.0" encoding="UTF-8" standalone="yes"?>
<Relationships xmlns="http://schemas.openxmlformats.org/package/2006/relationships"><Relationship Id="rId3" Type="http://schemas.openxmlformats.org/officeDocument/2006/relationships/hyperlink" Target="https://de.wikisource.org/wiki/RE:Abas_3" TargetMode="External"/><Relationship Id="rId2" Type="http://schemas.openxmlformats.org/officeDocument/2006/relationships/notesSlide" Target="../notesSlides/notesSlide2.xml"/><Relationship Id="rId1" Type="http://schemas.openxmlformats.org/officeDocument/2006/relationships/slideLayout" Target="../slideLayouts/slideLayout22.xml"/><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hyperlink" Target="https://glaux.be/index.php" TargetMode="External"/><Relationship Id="rId2" Type="http://schemas.openxmlformats.org/officeDocument/2006/relationships/notesSlide" Target="../notesSlides/notesSlide3.xml"/><Relationship Id="rId1" Type="http://schemas.openxmlformats.org/officeDocument/2006/relationships/slideLayout" Target="../slideLayouts/slideLayout2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3.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2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3.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2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3.xml"/></Relationships>
</file>

<file path=ppt/slides/_rels/slide23.xml.rels><?xml version="1.0" encoding="UTF-8" standalone="yes"?>
<Relationships xmlns="http://schemas.openxmlformats.org/package/2006/relationships"><Relationship Id="rId3" Type="http://schemas.openxmlformats.org/officeDocument/2006/relationships/hyperlink" Target="https://doi.org/10.18653/v1/2021.lchange-1.6" TargetMode="External"/><Relationship Id="rId7" Type="http://schemas.openxmlformats.org/officeDocument/2006/relationships/hyperlink" Target="https://aclanthology.org/2022.lrec-1.634" TargetMode="External"/><Relationship Id="rId2" Type="http://schemas.openxmlformats.org/officeDocument/2006/relationships/hyperlink" Target="https://doi.org/10.1007/978-3-319-15168-7_38" TargetMode="External"/><Relationship Id="rId1" Type="http://schemas.openxmlformats.org/officeDocument/2006/relationships/slideLayout" Target="../slideLayouts/slideLayout23.xml"/><Relationship Id="rId6" Type="http://schemas.openxmlformats.org/officeDocument/2006/relationships/hyperlink" Target="https://doi.org/10.18653/v1/2020.emnlp-main.519" TargetMode="External"/><Relationship Id="rId5" Type="http://schemas.openxmlformats.org/officeDocument/2006/relationships/hyperlink" Target="https://doi.org/10.18653/v1/2023.acl-long.846" TargetMode="External"/><Relationship Id="rId4" Type="http://schemas.openxmlformats.org/officeDocument/2006/relationships/hyperlink" Target="https://doi.org/10.18653/v1/P19-1335"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el 7"/>
          <p:cNvSpPr>
            <a:spLocks noGrp="1"/>
          </p:cNvSpPr>
          <p:nvPr>
            <p:ph type="ctrTitle"/>
          </p:nvPr>
        </p:nvSpPr>
        <p:spPr>
          <a:xfrm>
            <a:off x="575999" y="1080000"/>
            <a:ext cx="10083036" cy="4024798"/>
          </a:xfrm>
        </p:spPr>
        <p:txBody>
          <a:bodyPr/>
          <a:lstStyle/>
          <a:p>
            <a:r>
              <a:rPr lang="en-US" dirty="0"/>
              <a:t>Who’s who? Towards automatically disambiguating mentions of people in Ancient Greek texts by linking to a domain specific Knowledge Base</a:t>
            </a:r>
            <a:endParaRPr lang="nl-NL" dirty="0"/>
          </a:p>
        </p:txBody>
      </p:sp>
      <p:sp>
        <p:nvSpPr>
          <p:cNvPr id="9" name="Ondertitel 8"/>
          <p:cNvSpPr>
            <a:spLocks noGrp="1"/>
          </p:cNvSpPr>
          <p:nvPr>
            <p:ph type="subTitle" idx="1"/>
          </p:nvPr>
        </p:nvSpPr>
        <p:spPr/>
        <p:txBody>
          <a:bodyPr>
            <a:normAutofit fontScale="70000" lnSpcReduction="20000"/>
          </a:bodyPr>
          <a:lstStyle/>
          <a:p>
            <a:r>
              <a:rPr lang="nl-NL" dirty="0"/>
              <a:t>DH Benelux 2025, 04-06-2025</a:t>
            </a:r>
          </a:p>
          <a:p>
            <a:r>
              <a:rPr lang="nl-BE" dirty="0"/>
              <a:t>Marijke Beersmans, Evelien de Graaf &amp; Tim Van de Cruys </a:t>
            </a:r>
            <a:endParaRPr lang="nl-NL" dirty="0"/>
          </a:p>
        </p:txBody>
      </p:sp>
    </p:spTree>
    <p:extLst>
      <p:ext uri="{BB962C8B-B14F-4D97-AF65-F5344CB8AC3E}">
        <p14:creationId xmlns:p14="http://schemas.microsoft.com/office/powerpoint/2010/main" val="3628299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Tijdelijke aanduiding voor afbeelding 5" descr="Afbeelding met kaart, tekst, atlas&#10;&#10;Automatisch gegenereerde beschrijving">
            <a:extLst>
              <a:ext uri="{FF2B5EF4-FFF2-40B4-BE49-F238E27FC236}">
                <a16:creationId xmlns:a16="http://schemas.microsoft.com/office/drawing/2014/main" id="{8637196A-C4BD-AB6C-BF66-302D41CC30E0}"/>
              </a:ext>
            </a:extLst>
          </p:cNvPr>
          <p:cNvPicPr>
            <a:picLocks noGrp="1" noChangeAspect="1"/>
          </p:cNvPicPr>
          <p:nvPr>
            <p:ph type="pic" sz="quarter" idx="13"/>
          </p:nvPr>
        </p:nvPicPr>
        <p:blipFill>
          <a:blip r:embed="rId2">
            <a:duotone>
              <a:schemeClr val="accent1">
                <a:shade val="45000"/>
                <a:satMod val="135000"/>
              </a:schemeClr>
              <a:prstClr val="white"/>
            </a:duotone>
            <a:extLst>
              <a:ext uri="{28A0092B-C50C-407E-A947-70E740481C1C}">
                <a14:useLocalDpi xmlns:a14="http://schemas.microsoft.com/office/drawing/2010/main" val="0"/>
              </a:ext>
            </a:extLst>
          </a:blip>
          <a:srcRect l="30393" t="96" r="22027" b="-94"/>
          <a:stretch/>
        </p:blipFill>
        <p:spPr>
          <a:xfrm>
            <a:off x="-1" y="10"/>
            <a:ext cx="5123378" cy="6864475"/>
          </a:xfrm>
          <a:noFill/>
        </p:spPr>
      </p:pic>
      <p:sp>
        <p:nvSpPr>
          <p:cNvPr id="3" name="Titel 2">
            <a:extLst>
              <a:ext uri="{FF2B5EF4-FFF2-40B4-BE49-F238E27FC236}">
                <a16:creationId xmlns:a16="http://schemas.microsoft.com/office/drawing/2014/main" id="{0957C4F1-762B-77F3-6BC1-61BF75A53714}"/>
              </a:ext>
            </a:extLst>
          </p:cNvPr>
          <p:cNvSpPr>
            <a:spLocks noGrp="1"/>
          </p:cNvSpPr>
          <p:nvPr>
            <p:ph type="title"/>
          </p:nvPr>
        </p:nvSpPr>
        <p:spPr>
          <a:xfrm>
            <a:off x="4506410" y="866274"/>
            <a:ext cx="2988860" cy="5198145"/>
          </a:xfrm>
        </p:spPr>
        <p:txBody>
          <a:bodyPr anchor="ctr">
            <a:normAutofit/>
          </a:bodyPr>
          <a:lstStyle/>
          <a:p>
            <a:r>
              <a:rPr lang="en-US" sz="3200" b="1" cap="small" dirty="0"/>
              <a:t>NIKAW</a:t>
            </a:r>
            <a:br>
              <a:rPr lang="en-US" sz="3200" cap="small" dirty="0"/>
            </a:br>
            <a:r>
              <a:rPr lang="en-US" sz="3200" b="1" cap="small" dirty="0"/>
              <a:t>N</a:t>
            </a:r>
            <a:r>
              <a:rPr lang="en-US" sz="3200" cap="small" dirty="0"/>
              <a:t>etworks of </a:t>
            </a:r>
            <a:r>
              <a:rPr lang="en-US" sz="3200" b="1" cap="small" dirty="0"/>
              <a:t>I</a:t>
            </a:r>
            <a:r>
              <a:rPr lang="en-US" sz="3200" cap="small" dirty="0"/>
              <a:t>deas and </a:t>
            </a:r>
            <a:r>
              <a:rPr lang="en-US" sz="3200" b="1" cap="small" dirty="0"/>
              <a:t>K</a:t>
            </a:r>
            <a:r>
              <a:rPr lang="en-US" sz="3200" cap="small" dirty="0"/>
              <a:t>nowledge in the </a:t>
            </a:r>
            <a:r>
              <a:rPr lang="en-US" sz="3200" b="1" cap="small" dirty="0"/>
              <a:t>A</a:t>
            </a:r>
            <a:r>
              <a:rPr lang="en-US" sz="3200" cap="small" dirty="0"/>
              <a:t>ncient </a:t>
            </a:r>
            <a:r>
              <a:rPr lang="en-US" sz="3200" b="1" cap="small" dirty="0"/>
              <a:t>W</a:t>
            </a:r>
            <a:r>
              <a:rPr lang="en-US" sz="3200" cap="small" dirty="0"/>
              <a:t>orld</a:t>
            </a:r>
            <a:endParaRPr lang="en-US" sz="3200" dirty="0"/>
          </a:p>
        </p:txBody>
      </p:sp>
      <p:sp>
        <p:nvSpPr>
          <p:cNvPr id="2" name="Tijdelijke aanduiding voor inhoud 1">
            <a:extLst>
              <a:ext uri="{FF2B5EF4-FFF2-40B4-BE49-F238E27FC236}">
                <a16:creationId xmlns:a16="http://schemas.microsoft.com/office/drawing/2014/main" id="{C84D3CBE-D141-C56D-91F6-33DBF6F59F2D}"/>
              </a:ext>
            </a:extLst>
          </p:cNvPr>
          <p:cNvSpPr>
            <a:spLocks noGrp="1"/>
          </p:cNvSpPr>
          <p:nvPr>
            <p:ph type="body" sz="quarter" idx="14"/>
          </p:nvPr>
        </p:nvSpPr>
        <p:spPr>
          <a:xfrm>
            <a:off x="8218426" y="793580"/>
            <a:ext cx="3304279" cy="5270839"/>
          </a:xfrm>
        </p:spPr>
        <p:txBody>
          <a:bodyPr anchor="ctr">
            <a:normAutofit lnSpcReduction="10000"/>
          </a:bodyPr>
          <a:lstStyle/>
          <a:p>
            <a:pPr marL="0" indent="0">
              <a:buNone/>
            </a:pPr>
            <a:r>
              <a:rPr lang="en-US" sz="2400" b="1" dirty="0">
                <a:solidFill>
                  <a:srgbClr val="C5AE76"/>
                </a:solidFill>
              </a:rPr>
              <a:t>What? </a:t>
            </a:r>
          </a:p>
          <a:p>
            <a:pPr marL="0" indent="0">
              <a:buNone/>
            </a:pPr>
            <a:r>
              <a:rPr lang="en-US" sz="2000" dirty="0"/>
              <a:t>Using the </a:t>
            </a:r>
            <a:r>
              <a:rPr lang="en-US" sz="2000" u="sng" dirty="0"/>
              <a:t>mentions of people</a:t>
            </a:r>
            <a:r>
              <a:rPr lang="en-US" sz="2000" dirty="0"/>
              <a:t> in Ancient Greek and Latin texts to understand the dynamics of </a:t>
            </a:r>
            <a:r>
              <a:rPr lang="en-US" sz="2000" u="sng" dirty="0"/>
              <a:t>knowledge circulation </a:t>
            </a:r>
            <a:r>
              <a:rPr lang="en-US" sz="2000" dirty="0"/>
              <a:t>in the Greek and Roman world (7</a:t>
            </a:r>
            <a:r>
              <a:rPr lang="en-US" sz="2000" baseline="30000" dirty="0"/>
              <a:t>th</a:t>
            </a:r>
            <a:r>
              <a:rPr lang="en-US" sz="2000" dirty="0"/>
              <a:t> century BCE- 4</a:t>
            </a:r>
            <a:r>
              <a:rPr lang="en-US" sz="2000" baseline="30000" dirty="0"/>
              <a:t>th</a:t>
            </a:r>
            <a:r>
              <a:rPr lang="en-US" sz="2000" dirty="0"/>
              <a:t>  century CE)</a:t>
            </a:r>
          </a:p>
          <a:p>
            <a:pPr marL="0" indent="0">
              <a:buNone/>
            </a:pPr>
            <a:r>
              <a:rPr lang="en-US" sz="2400" b="1" dirty="0">
                <a:solidFill>
                  <a:srgbClr val="C5AE76"/>
                </a:solidFill>
              </a:rPr>
              <a:t>How?</a:t>
            </a:r>
          </a:p>
          <a:p>
            <a:r>
              <a:rPr lang="en-US" sz="2000" dirty="0"/>
              <a:t>Natural Language Processing </a:t>
            </a:r>
          </a:p>
          <a:p>
            <a:r>
              <a:rPr lang="en-US" sz="2000" dirty="0"/>
              <a:t>Social Network Analysis</a:t>
            </a:r>
          </a:p>
          <a:p>
            <a:pPr marL="0" indent="0">
              <a:buNone/>
            </a:pPr>
            <a:r>
              <a:rPr lang="en-US" sz="2400" b="1" dirty="0">
                <a:solidFill>
                  <a:srgbClr val="C5AE76"/>
                </a:solidFill>
              </a:rPr>
              <a:t>When?</a:t>
            </a:r>
          </a:p>
          <a:p>
            <a:pPr marL="0" indent="0">
              <a:buNone/>
            </a:pPr>
            <a:r>
              <a:rPr lang="en-US" sz="2000" dirty="0"/>
              <a:t>2023-2027</a:t>
            </a:r>
            <a:endParaRPr lang="en-US" dirty="0"/>
          </a:p>
        </p:txBody>
      </p:sp>
      <p:sp>
        <p:nvSpPr>
          <p:cNvPr id="4" name="Tijdelijke aanduiding voor datum 3">
            <a:extLst>
              <a:ext uri="{FF2B5EF4-FFF2-40B4-BE49-F238E27FC236}">
                <a16:creationId xmlns:a16="http://schemas.microsoft.com/office/drawing/2014/main" id="{3A476D6F-8F65-15EC-ADF6-131240A4CA98}"/>
              </a:ext>
            </a:extLst>
          </p:cNvPr>
          <p:cNvSpPr>
            <a:spLocks noGrp="1"/>
          </p:cNvSpPr>
          <p:nvPr>
            <p:ph type="dt" sz="half" idx="10"/>
          </p:nvPr>
        </p:nvSpPr>
        <p:spPr>
          <a:xfrm>
            <a:off x="1324500" y="6210000"/>
            <a:ext cx="720000" cy="648000"/>
          </a:xfrm>
        </p:spPr>
        <p:txBody>
          <a:bodyPr/>
          <a:lstStyle/>
          <a:p>
            <a:pPr rtl="0"/>
            <a:r>
              <a:rPr lang="nl-BE" noProof="0">
                <a:solidFill>
                  <a:srgbClr val="2F4D5D"/>
                </a:solidFill>
              </a:rPr>
              <a:t>04/06/2025</a:t>
            </a:r>
            <a:endParaRPr lang="nl-NL" noProof="0" dirty="0">
              <a:solidFill>
                <a:srgbClr val="2F4D5D"/>
              </a:solidFill>
            </a:endParaRPr>
          </a:p>
        </p:txBody>
      </p:sp>
      <p:sp>
        <p:nvSpPr>
          <p:cNvPr id="5" name="Tijdelijke aanduiding voor voettekst 4">
            <a:extLst>
              <a:ext uri="{FF2B5EF4-FFF2-40B4-BE49-F238E27FC236}">
                <a16:creationId xmlns:a16="http://schemas.microsoft.com/office/drawing/2014/main" id="{6B29C34C-10CB-5753-12DA-9774A1F2E937}"/>
              </a:ext>
            </a:extLst>
          </p:cNvPr>
          <p:cNvSpPr>
            <a:spLocks noGrp="1"/>
          </p:cNvSpPr>
          <p:nvPr>
            <p:ph type="ftr" sz="quarter" idx="11"/>
          </p:nvPr>
        </p:nvSpPr>
        <p:spPr/>
        <p:txBody>
          <a:bodyPr/>
          <a:lstStyle/>
          <a:p>
            <a:pPr rtl="0"/>
            <a:r>
              <a:rPr lang="nl-NL" noProof="0" dirty="0">
                <a:solidFill>
                  <a:srgbClr val="2F4D5D"/>
                </a:solidFill>
              </a:rPr>
              <a:t>NIKAW</a:t>
            </a:r>
          </a:p>
        </p:txBody>
      </p:sp>
      <p:sp>
        <p:nvSpPr>
          <p:cNvPr id="7" name="Tijdelijke aanduiding voor dianummer 6">
            <a:extLst>
              <a:ext uri="{FF2B5EF4-FFF2-40B4-BE49-F238E27FC236}">
                <a16:creationId xmlns:a16="http://schemas.microsoft.com/office/drawing/2014/main" id="{3BA2F518-FA21-B839-8D0C-8D30568FB99C}"/>
              </a:ext>
            </a:extLst>
          </p:cNvPr>
          <p:cNvSpPr>
            <a:spLocks noGrp="1"/>
          </p:cNvSpPr>
          <p:nvPr>
            <p:ph type="sldNum" sz="quarter" idx="12"/>
          </p:nvPr>
        </p:nvSpPr>
        <p:spPr/>
        <p:txBody>
          <a:bodyPr/>
          <a:lstStyle/>
          <a:p>
            <a:pPr rtl="0"/>
            <a:fld id="{3A98EE3D-8CD1-4C3F-BD1C-C98C9596463C}" type="slidenum">
              <a:rPr lang="nl-NL" noProof="0" smtClean="0">
                <a:solidFill>
                  <a:srgbClr val="2F4D5D"/>
                </a:solidFill>
              </a:rPr>
              <a:t>2</a:t>
            </a:fld>
            <a:endParaRPr lang="nl-NL" noProof="0" dirty="0">
              <a:solidFill>
                <a:srgbClr val="2F4D5D"/>
              </a:solidFill>
            </a:endParaRPr>
          </a:p>
        </p:txBody>
      </p:sp>
    </p:spTree>
    <p:extLst>
      <p:ext uri="{BB962C8B-B14F-4D97-AF65-F5344CB8AC3E}">
        <p14:creationId xmlns:p14="http://schemas.microsoft.com/office/powerpoint/2010/main" val="39318696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70B67B-7831-5DA1-CFE6-03F9F344A2C5}"/>
            </a:ext>
          </a:extLst>
        </p:cNvPr>
        <p:cNvGrpSpPr/>
        <p:nvPr/>
      </p:nvGrpSpPr>
      <p:grpSpPr>
        <a:xfrm>
          <a:off x="0" y="0"/>
          <a:ext cx="0" cy="0"/>
          <a:chOff x="0" y="0"/>
          <a:chExt cx="0" cy="0"/>
        </a:xfrm>
      </p:grpSpPr>
      <p:sp>
        <p:nvSpPr>
          <p:cNvPr id="6" name="Tijdelijke aanduiding voor inhoud 5">
            <a:extLst>
              <a:ext uri="{FF2B5EF4-FFF2-40B4-BE49-F238E27FC236}">
                <a16:creationId xmlns:a16="http://schemas.microsoft.com/office/drawing/2014/main" id="{43B035FB-9A6E-EC93-2A41-EF7B66DBAE93}"/>
              </a:ext>
            </a:extLst>
          </p:cNvPr>
          <p:cNvSpPr>
            <a:spLocks noGrp="1"/>
          </p:cNvSpPr>
          <p:nvPr>
            <p:ph idx="1"/>
          </p:nvPr>
        </p:nvSpPr>
        <p:spPr/>
        <p:txBody>
          <a:bodyPr/>
          <a:lstStyle/>
          <a:p>
            <a:r>
              <a:rPr lang="en-US" dirty="0"/>
              <a:t>Automatically create networks based on co-occurrence in Greek and Latin literature to study co-occurrence of individuals in text</a:t>
            </a:r>
          </a:p>
        </p:txBody>
      </p:sp>
      <p:sp>
        <p:nvSpPr>
          <p:cNvPr id="3" name="Titel 2">
            <a:extLst>
              <a:ext uri="{FF2B5EF4-FFF2-40B4-BE49-F238E27FC236}">
                <a16:creationId xmlns:a16="http://schemas.microsoft.com/office/drawing/2014/main" id="{0D5CD3DE-0155-E3E9-EF58-B9E1CDEAB443}"/>
              </a:ext>
            </a:extLst>
          </p:cNvPr>
          <p:cNvSpPr>
            <a:spLocks noGrp="1"/>
          </p:cNvSpPr>
          <p:nvPr>
            <p:ph type="title"/>
          </p:nvPr>
        </p:nvSpPr>
        <p:spPr/>
        <p:txBody>
          <a:bodyPr>
            <a:normAutofit/>
          </a:bodyPr>
          <a:lstStyle/>
          <a:p>
            <a:r>
              <a:rPr lang="en-US" cap="small" dirty="0"/>
              <a:t>Our goal</a:t>
            </a:r>
          </a:p>
        </p:txBody>
      </p:sp>
      <p:pic>
        <p:nvPicPr>
          <p:cNvPr id="4" name="Afbeelding 3" descr="Afbeelding met tekst, Lettertype, schermopname, lijn&#10;&#10;Automatisch gegenereerde beschrijving">
            <a:extLst>
              <a:ext uri="{FF2B5EF4-FFF2-40B4-BE49-F238E27FC236}">
                <a16:creationId xmlns:a16="http://schemas.microsoft.com/office/drawing/2014/main" id="{BB02405E-264E-CDA2-3759-FB07A3CAA31E}"/>
              </a:ext>
            </a:extLst>
          </p:cNvPr>
          <p:cNvPicPr>
            <a:picLocks noChangeAspect="1"/>
          </p:cNvPicPr>
          <p:nvPr/>
        </p:nvPicPr>
        <p:blipFill>
          <a:blip r:embed="rId3"/>
          <a:stretch>
            <a:fillRect/>
          </a:stretch>
        </p:blipFill>
        <p:spPr>
          <a:xfrm>
            <a:off x="576000" y="3316098"/>
            <a:ext cx="11043778" cy="1885902"/>
          </a:xfrm>
          <a:prstGeom prst="rect">
            <a:avLst/>
          </a:prstGeom>
        </p:spPr>
      </p:pic>
      <p:sp>
        <p:nvSpPr>
          <p:cNvPr id="7" name="Tekstvak 6">
            <a:extLst>
              <a:ext uri="{FF2B5EF4-FFF2-40B4-BE49-F238E27FC236}">
                <a16:creationId xmlns:a16="http://schemas.microsoft.com/office/drawing/2014/main" id="{601AAD83-327D-820F-B042-67C3CCCDA22A}"/>
              </a:ext>
            </a:extLst>
          </p:cNvPr>
          <p:cNvSpPr txBox="1"/>
          <p:nvPr/>
        </p:nvSpPr>
        <p:spPr>
          <a:xfrm>
            <a:off x="1778900" y="5185697"/>
            <a:ext cx="3366841" cy="646331"/>
          </a:xfrm>
          <a:prstGeom prst="rect">
            <a:avLst/>
          </a:prstGeom>
          <a:noFill/>
        </p:spPr>
        <p:txBody>
          <a:bodyPr wrap="square" rtlCol="0">
            <a:spAutoFit/>
          </a:bodyPr>
          <a:lstStyle/>
          <a:p>
            <a:r>
              <a:rPr lang="en-US" sz="1800" dirty="0">
                <a:solidFill>
                  <a:schemeClr val="tx2"/>
                </a:solidFill>
                <a:latin typeface="+mn-lt"/>
                <a:hlinkClick r:id="rId4"/>
              </a:rPr>
              <a:t>Latin: Beersmans </a:t>
            </a:r>
            <a:r>
              <a:rPr lang="en-US" sz="1800" i="1" dirty="0">
                <a:solidFill>
                  <a:schemeClr val="tx2"/>
                </a:solidFill>
                <a:latin typeface="+mn-lt"/>
                <a:hlinkClick r:id="rId4"/>
              </a:rPr>
              <a:t>et al.</a:t>
            </a:r>
            <a:r>
              <a:rPr lang="en-US" sz="1800" dirty="0">
                <a:solidFill>
                  <a:schemeClr val="tx2"/>
                </a:solidFill>
                <a:latin typeface="+mn-lt"/>
                <a:hlinkClick r:id="rId4"/>
              </a:rPr>
              <a:t>, 2023</a:t>
            </a:r>
            <a:endParaRPr lang="en-US" sz="1800" dirty="0">
              <a:solidFill>
                <a:schemeClr val="tx2"/>
              </a:solidFill>
              <a:latin typeface="+mn-lt"/>
            </a:endParaRPr>
          </a:p>
          <a:p>
            <a:r>
              <a:rPr lang="en-US" dirty="0">
                <a:hlinkClick r:id="rId5"/>
              </a:rPr>
              <a:t>Greek: Beersmans </a:t>
            </a:r>
            <a:r>
              <a:rPr lang="en-US" i="1" dirty="0">
                <a:hlinkClick r:id="rId5"/>
              </a:rPr>
              <a:t>et al., </a:t>
            </a:r>
            <a:r>
              <a:rPr lang="en-US" dirty="0">
                <a:hlinkClick r:id="rId5"/>
              </a:rPr>
              <a:t>2024</a:t>
            </a:r>
            <a:endParaRPr lang="en-US" dirty="0"/>
          </a:p>
        </p:txBody>
      </p:sp>
      <p:sp>
        <p:nvSpPr>
          <p:cNvPr id="8" name="Tekstvak 7">
            <a:extLst>
              <a:ext uri="{FF2B5EF4-FFF2-40B4-BE49-F238E27FC236}">
                <a16:creationId xmlns:a16="http://schemas.microsoft.com/office/drawing/2014/main" id="{1DA2BFF0-6BEC-3368-4387-F5DF9B15F66F}"/>
              </a:ext>
            </a:extLst>
          </p:cNvPr>
          <p:cNvSpPr txBox="1"/>
          <p:nvPr/>
        </p:nvSpPr>
        <p:spPr>
          <a:xfrm>
            <a:off x="4862759" y="2669767"/>
            <a:ext cx="3698535" cy="646331"/>
          </a:xfrm>
          <a:prstGeom prst="rect">
            <a:avLst/>
          </a:prstGeom>
          <a:noFill/>
        </p:spPr>
        <p:txBody>
          <a:bodyPr wrap="square" rtlCol="0">
            <a:spAutoFit/>
          </a:bodyPr>
          <a:lstStyle/>
          <a:p>
            <a:r>
              <a:rPr lang="en-US" dirty="0">
                <a:hlinkClick r:id="rId6"/>
              </a:rPr>
              <a:t>KB selection: de Graaf, Depauw, Fantoli (2024)</a:t>
            </a:r>
            <a:endParaRPr lang="en-US" dirty="0"/>
          </a:p>
        </p:txBody>
      </p:sp>
      <p:sp>
        <p:nvSpPr>
          <p:cNvPr id="9" name="Tijdelijke aanduiding voor datum 8">
            <a:extLst>
              <a:ext uri="{FF2B5EF4-FFF2-40B4-BE49-F238E27FC236}">
                <a16:creationId xmlns:a16="http://schemas.microsoft.com/office/drawing/2014/main" id="{A6C7BCAE-AA78-FC4C-B807-493881ABAD4B}"/>
              </a:ext>
            </a:extLst>
          </p:cNvPr>
          <p:cNvSpPr>
            <a:spLocks noGrp="1"/>
          </p:cNvSpPr>
          <p:nvPr>
            <p:ph type="dt" sz="half" idx="10"/>
          </p:nvPr>
        </p:nvSpPr>
        <p:spPr/>
        <p:txBody>
          <a:bodyPr/>
          <a:lstStyle/>
          <a:p>
            <a:r>
              <a:rPr lang="nl-BE"/>
              <a:t>04/06/2025</a:t>
            </a:r>
            <a:endParaRPr lang="nl-NL"/>
          </a:p>
        </p:txBody>
      </p:sp>
      <p:sp>
        <p:nvSpPr>
          <p:cNvPr id="2" name="Tijdelijke aanduiding voor voettekst 1">
            <a:extLst>
              <a:ext uri="{FF2B5EF4-FFF2-40B4-BE49-F238E27FC236}">
                <a16:creationId xmlns:a16="http://schemas.microsoft.com/office/drawing/2014/main" id="{E604C499-A42F-3145-54B2-369F3E8EA380}"/>
              </a:ext>
            </a:extLst>
          </p:cNvPr>
          <p:cNvSpPr>
            <a:spLocks noGrp="1"/>
          </p:cNvSpPr>
          <p:nvPr>
            <p:ph type="ftr" sz="quarter" idx="11"/>
          </p:nvPr>
        </p:nvSpPr>
        <p:spPr/>
        <p:txBody>
          <a:bodyPr/>
          <a:lstStyle/>
          <a:p>
            <a:r>
              <a:rPr lang="nl-NL"/>
              <a:t>NIKAW</a:t>
            </a:r>
          </a:p>
        </p:txBody>
      </p:sp>
      <p:sp>
        <p:nvSpPr>
          <p:cNvPr id="5" name="Tijdelijke aanduiding voor dianummer 4">
            <a:extLst>
              <a:ext uri="{FF2B5EF4-FFF2-40B4-BE49-F238E27FC236}">
                <a16:creationId xmlns:a16="http://schemas.microsoft.com/office/drawing/2014/main" id="{9FB4D8C3-1643-BA05-024A-2CD9EF877C7C}"/>
              </a:ext>
            </a:extLst>
          </p:cNvPr>
          <p:cNvSpPr>
            <a:spLocks noGrp="1"/>
          </p:cNvSpPr>
          <p:nvPr>
            <p:ph type="sldNum" sz="quarter" idx="12"/>
          </p:nvPr>
        </p:nvSpPr>
        <p:spPr/>
        <p:txBody>
          <a:bodyPr/>
          <a:lstStyle/>
          <a:p>
            <a:fld id="{0A297500-7527-634B-90F4-69D0994C32B4}" type="slidenum">
              <a:rPr lang="nl-NL" smtClean="0"/>
              <a:t>3</a:t>
            </a:fld>
            <a:endParaRPr lang="nl-NL"/>
          </a:p>
        </p:txBody>
      </p:sp>
    </p:spTree>
    <p:extLst>
      <p:ext uri="{BB962C8B-B14F-4D97-AF65-F5344CB8AC3E}">
        <p14:creationId xmlns:p14="http://schemas.microsoft.com/office/powerpoint/2010/main" val="14497469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jdelijke aanduiding voor datum 2">
            <a:extLst>
              <a:ext uri="{FF2B5EF4-FFF2-40B4-BE49-F238E27FC236}">
                <a16:creationId xmlns:a16="http://schemas.microsoft.com/office/drawing/2014/main" id="{5915FDAE-469A-51E0-A353-FEFCE23A5094}"/>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nl-BE" sz="1000" b="0" i="0" u="none" strike="noStrike" kern="1200" cap="none" spc="0" normalizeH="0" baseline="0" noProof="0">
                <a:ln>
                  <a:noFill/>
                </a:ln>
                <a:solidFill>
                  <a:srgbClr val="FFFFFF"/>
                </a:solidFill>
                <a:effectLst/>
                <a:uLnTx/>
                <a:uFillTx/>
                <a:latin typeface="Arial" charset="0"/>
                <a:ea typeface="+mn-ea"/>
                <a:cs typeface="+mn-cs"/>
              </a:rPr>
              <a:t>04/06/2025</a:t>
            </a:r>
            <a:endParaRPr kumimoji="0" lang="nl-NL" sz="1000" b="0" i="0" u="none" strike="noStrike" kern="1200" cap="none" spc="0" normalizeH="0" baseline="0" noProof="0">
              <a:ln>
                <a:noFill/>
              </a:ln>
              <a:solidFill>
                <a:srgbClr val="FFFFFF"/>
              </a:solidFill>
              <a:effectLst/>
              <a:uLnTx/>
              <a:uFillTx/>
              <a:latin typeface="Arial" charset="0"/>
              <a:ea typeface="+mn-ea"/>
              <a:cs typeface="+mn-cs"/>
            </a:endParaRPr>
          </a:p>
        </p:txBody>
      </p:sp>
      <p:sp>
        <p:nvSpPr>
          <p:cNvPr id="4" name="Tijdelijke aanduiding voor voettekst 3">
            <a:extLst>
              <a:ext uri="{FF2B5EF4-FFF2-40B4-BE49-F238E27FC236}">
                <a16:creationId xmlns:a16="http://schemas.microsoft.com/office/drawing/2014/main" id="{16090C1D-D1E3-29F5-1EE7-B1D00FE86504}"/>
              </a:ext>
            </a:extLst>
          </p:cNvPr>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nl-NL" sz="1000" b="0" i="0" u="none" strike="noStrike" kern="1200" cap="none" spc="0" normalizeH="0" baseline="0" noProof="0">
                <a:ln>
                  <a:noFill/>
                </a:ln>
                <a:solidFill>
                  <a:srgbClr val="FFFFFF"/>
                </a:solidFill>
                <a:effectLst/>
                <a:uLnTx/>
                <a:uFillTx/>
                <a:latin typeface="Arial" charset="0"/>
                <a:ea typeface="+mn-ea"/>
                <a:cs typeface="+mn-cs"/>
              </a:rPr>
              <a:t>NIKAW</a:t>
            </a:r>
          </a:p>
        </p:txBody>
      </p:sp>
      <p:sp>
        <p:nvSpPr>
          <p:cNvPr id="5" name="Tijdelijke aanduiding voor dianummer 4">
            <a:extLst>
              <a:ext uri="{FF2B5EF4-FFF2-40B4-BE49-F238E27FC236}">
                <a16:creationId xmlns:a16="http://schemas.microsoft.com/office/drawing/2014/main" id="{51818B2F-020F-176A-A8AC-F33DB43F0BB0}"/>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A297500-7527-634B-90F4-69D0994C32B4}" type="slidenum">
              <a:rPr kumimoji="0" lang="nl-NL" sz="1000" b="0" i="0" u="none" strike="noStrike" kern="1200" cap="none" spc="0" normalizeH="0" baseline="0" noProof="0" smtClean="0">
                <a:ln>
                  <a:noFill/>
                </a:ln>
                <a:solidFill>
                  <a:srgbClr val="FFFFFF"/>
                </a:solidFill>
                <a:effectLst/>
                <a:uLnTx/>
                <a:uFillTx/>
                <a:latin typeface="Arial"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a:t>
            </a:fld>
            <a:endParaRPr kumimoji="0" lang="nl-NL" sz="1000" b="0" i="0" u="none" strike="noStrike" kern="1200" cap="none" spc="0" normalizeH="0" baseline="0" noProof="0">
              <a:ln>
                <a:noFill/>
              </a:ln>
              <a:solidFill>
                <a:srgbClr val="FFFFFF"/>
              </a:solidFill>
              <a:effectLst/>
              <a:uLnTx/>
              <a:uFillTx/>
              <a:latin typeface="Arial" charset="0"/>
              <a:ea typeface="+mn-ea"/>
              <a:cs typeface="+mn-cs"/>
            </a:endParaRPr>
          </a:p>
        </p:txBody>
      </p:sp>
      <p:sp>
        <p:nvSpPr>
          <p:cNvPr id="6" name="Titel 5">
            <a:extLst>
              <a:ext uri="{FF2B5EF4-FFF2-40B4-BE49-F238E27FC236}">
                <a16:creationId xmlns:a16="http://schemas.microsoft.com/office/drawing/2014/main" id="{1051FD0F-1A70-55C4-0CFB-35411B852FF2}"/>
              </a:ext>
            </a:extLst>
          </p:cNvPr>
          <p:cNvSpPr>
            <a:spLocks noGrp="1"/>
          </p:cNvSpPr>
          <p:nvPr>
            <p:ph type="title"/>
          </p:nvPr>
        </p:nvSpPr>
        <p:spPr/>
        <p:txBody>
          <a:bodyPr/>
          <a:lstStyle/>
          <a:p>
            <a:pPr algn="ctr"/>
            <a:r>
              <a:rPr lang="en-US" cap="small"/>
              <a:t>Named Entity Linking</a:t>
            </a:r>
          </a:p>
        </p:txBody>
      </p:sp>
      <p:sp>
        <p:nvSpPr>
          <p:cNvPr id="7" name="Tijdelijke aanduiding voor inhoud 1">
            <a:extLst>
              <a:ext uri="{FF2B5EF4-FFF2-40B4-BE49-F238E27FC236}">
                <a16:creationId xmlns:a16="http://schemas.microsoft.com/office/drawing/2014/main" id="{A9351B5C-5062-A487-BC5F-D70EF1474F0B}"/>
              </a:ext>
            </a:extLst>
          </p:cNvPr>
          <p:cNvSpPr txBox="1">
            <a:spLocks/>
          </p:cNvSpPr>
          <p:nvPr/>
        </p:nvSpPr>
        <p:spPr>
          <a:xfrm>
            <a:off x="2137787" y="1647404"/>
            <a:ext cx="9617528" cy="1371985"/>
          </a:xfrm>
          <a:prstGeom prst="rect">
            <a:avLst/>
          </a:prstGeom>
        </p:spPr>
        <p:txBody>
          <a:bodyPr/>
          <a:lstStyle>
            <a:lvl1pPr marL="347472" indent="-347472" algn="l" defTabSz="914400" rtl="0" eaLnBrk="1" latinLnBrk="0" hangingPunct="1">
              <a:lnSpc>
                <a:spcPct val="100000"/>
              </a:lnSpc>
              <a:spcBef>
                <a:spcPts val="360"/>
              </a:spcBef>
              <a:buFont typeface="Arial" panose="020B0604020202020204" pitchFamily="34" charset="0"/>
              <a:buChar char="•"/>
              <a:defRPr lang="nl-NL" sz="2800" kern="1200">
                <a:solidFill>
                  <a:schemeClr val="accent6"/>
                </a:solidFill>
                <a:latin typeface="+mn-lt"/>
                <a:ea typeface="+mn-ea"/>
                <a:cs typeface="+mn-cs"/>
              </a:defRPr>
            </a:lvl1pPr>
            <a:lvl2pPr marL="685800" indent="-347472" algn="l" defTabSz="914400" rtl="0" eaLnBrk="1" latinLnBrk="0" hangingPunct="1">
              <a:lnSpc>
                <a:spcPct val="100000"/>
              </a:lnSpc>
              <a:spcBef>
                <a:spcPts val="360"/>
              </a:spcBef>
              <a:buFont typeface="Arial" panose="020B0604020202020204" pitchFamily="34" charset="0"/>
              <a:buChar char="•"/>
              <a:defRPr lang="nl-NL" sz="2400" kern="1200">
                <a:solidFill>
                  <a:schemeClr val="accent6"/>
                </a:solidFill>
                <a:latin typeface="+mn-lt"/>
                <a:ea typeface="+mn-ea"/>
                <a:cs typeface="+mn-cs"/>
              </a:defRPr>
            </a:lvl2pPr>
            <a:lvl3pPr marL="1143000" indent="-347472" algn="l" defTabSz="914400" rtl="0" eaLnBrk="1" latinLnBrk="0" hangingPunct="1">
              <a:lnSpc>
                <a:spcPct val="100000"/>
              </a:lnSpc>
              <a:spcBef>
                <a:spcPts val="360"/>
              </a:spcBef>
              <a:buFont typeface="Arial" panose="020B0604020202020204" pitchFamily="34" charset="0"/>
              <a:buChar char="•"/>
              <a:defRPr lang="nl-NL" sz="2000" kern="1200">
                <a:solidFill>
                  <a:schemeClr val="accent6"/>
                </a:solidFill>
                <a:latin typeface="+mn-lt"/>
                <a:ea typeface="+mn-ea"/>
                <a:cs typeface="+mn-cs"/>
              </a:defRPr>
            </a:lvl3pPr>
            <a:lvl4pPr marL="1600200" indent="-347472" algn="l" defTabSz="914400" rtl="0" eaLnBrk="1" latinLnBrk="0" hangingPunct="1">
              <a:lnSpc>
                <a:spcPct val="100000"/>
              </a:lnSpc>
              <a:spcBef>
                <a:spcPts val="360"/>
              </a:spcBef>
              <a:buFont typeface="Arial" panose="020B0604020202020204" pitchFamily="34" charset="0"/>
              <a:buChar char="•"/>
              <a:defRPr lang="nl-NL" sz="1800" kern="1200">
                <a:solidFill>
                  <a:schemeClr val="accent6"/>
                </a:solidFill>
                <a:latin typeface="+mn-lt"/>
                <a:ea typeface="+mn-ea"/>
                <a:cs typeface="+mn-cs"/>
              </a:defRPr>
            </a:lvl4pPr>
            <a:lvl5pPr marL="2057400" indent="-347472" algn="l" defTabSz="914400" rtl="0" eaLnBrk="1" latinLnBrk="0" hangingPunct="1">
              <a:lnSpc>
                <a:spcPct val="100000"/>
              </a:lnSpc>
              <a:spcBef>
                <a:spcPts val="360"/>
              </a:spcBef>
              <a:buFont typeface="Arial" panose="020B0604020202020204" pitchFamily="34" charset="0"/>
              <a:buChar char="•"/>
              <a:defRPr lang="nl-NL" sz="1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lang="nl-NL"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lang="nl-NL"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lang="nl-NL"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lang="nl-NL"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360"/>
              </a:spcBef>
              <a:spcAft>
                <a:spcPts val="0"/>
              </a:spcAft>
              <a:buClrTx/>
              <a:buSzTx/>
              <a:buFont typeface="Arial"/>
              <a:buNone/>
              <a:tabLst/>
              <a:defRPr/>
            </a:pPr>
            <a:r>
              <a:rPr kumimoji="0" lang="en-US" sz="2800" b="0" i="0" u="none" strike="noStrike" kern="1200" cap="none" spc="0" normalizeH="0" baseline="0" noProof="0">
                <a:ln>
                  <a:noFill/>
                </a:ln>
                <a:solidFill>
                  <a:srgbClr val="2F4D5D"/>
                </a:solidFill>
                <a:effectLst/>
                <a:uLnTx/>
                <a:uFillTx/>
                <a:latin typeface="Arial" panose="020B0604020202020204"/>
                <a:ea typeface="+mn-ea"/>
                <a:cs typeface="+mn-cs"/>
              </a:rPr>
              <a:t>Entity linking aims to map each </a:t>
            </a:r>
            <a:r>
              <a:rPr kumimoji="0" lang="en-US" sz="2800" b="1" i="0" u="none" strike="noStrike" kern="1200" cap="none" spc="0" normalizeH="0" baseline="0" noProof="0">
                <a:ln>
                  <a:noFill/>
                </a:ln>
                <a:solidFill>
                  <a:srgbClr val="2F4D5D"/>
                </a:solidFill>
                <a:effectLst/>
                <a:uLnTx/>
                <a:uFillTx/>
                <a:latin typeface="Arial" panose="020B0604020202020204"/>
                <a:ea typeface="+mn-ea"/>
                <a:cs typeface="+mn-cs"/>
              </a:rPr>
              <a:t>mention</a:t>
            </a:r>
            <a:r>
              <a:rPr kumimoji="0" lang="en-US" sz="2800" b="0" i="0" u="none" strike="noStrike" kern="1200" cap="none" spc="0" normalizeH="0" baseline="0" noProof="0">
                <a:ln>
                  <a:noFill/>
                </a:ln>
                <a:solidFill>
                  <a:srgbClr val="2F4D5D"/>
                </a:solidFill>
                <a:effectLst/>
                <a:uLnTx/>
                <a:uFillTx/>
                <a:latin typeface="Arial" panose="020B0604020202020204"/>
                <a:ea typeface="+mn-ea"/>
                <a:cs typeface="+mn-cs"/>
              </a:rPr>
              <a:t> in a collection of texts to the </a:t>
            </a:r>
            <a:r>
              <a:rPr kumimoji="0" lang="en-US" sz="2800" b="1" i="0" u="none" strike="noStrike" kern="1200" cap="none" spc="0" normalizeH="0" baseline="0" noProof="0">
                <a:ln>
                  <a:noFill/>
                </a:ln>
                <a:solidFill>
                  <a:srgbClr val="2F4D5D"/>
                </a:solidFill>
                <a:effectLst/>
                <a:uLnTx/>
                <a:uFillTx/>
                <a:latin typeface="Arial" panose="020B0604020202020204"/>
                <a:ea typeface="+mn-ea"/>
                <a:cs typeface="+mn-cs"/>
              </a:rPr>
              <a:t>corresponding entity </a:t>
            </a:r>
            <a:r>
              <a:rPr kumimoji="0" lang="en-US" sz="2800" b="0" i="0" u="none" strike="noStrike" kern="1200" cap="none" spc="0" normalizeH="0" baseline="0" noProof="0">
                <a:ln>
                  <a:noFill/>
                </a:ln>
                <a:solidFill>
                  <a:srgbClr val="2F4D5D"/>
                </a:solidFill>
                <a:effectLst/>
                <a:uLnTx/>
                <a:uFillTx/>
                <a:latin typeface="Arial" panose="020B0604020202020204"/>
                <a:ea typeface="+mn-ea"/>
                <a:cs typeface="+mn-cs"/>
              </a:rPr>
              <a:t>in a set of entities contained in a </a:t>
            </a:r>
            <a:r>
              <a:rPr kumimoji="0" lang="en-US" sz="2800" b="1" i="0" u="none" strike="noStrike" kern="1200" cap="none" spc="0" normalizeH="0" baseline="0" noProof="0">
                <a:ln>
                  <a:noFill/>
                </a:ln>
                <a:solidFill>
                  <a:srgbClr val="2F4D5D"/>
                </a:solidFill>
                <a:effectLst/>
                <a:uLnTx/>
                <a:uFillTx/>
                <a:latin typeface="Arial" panose="020B0604020202020204"/>
                <a:ea typeface="+mn-ea"/>
                <a:cs typeface="+mn-cs"/>
              </a:rPr>
              <a:t>Knowledge Base </a:t>
            </a:r>
            <a:r>
              <a:rPr kumimoji="0" lang="en-US" sz="2800" b="0" i="0" u="none" strike="noStrike" kern="1200" cap="none" spc="0" normalizeH="0" baseline="0" noProof="0">
                <a:ln>
                  <a:noFill/>
                </a:ln>
                <a:solidFill>
                  <a:srgbClr val="2F4D5D"/>
                </a:solidFill>
                <a:effectLst/>
                <a:uLnTx/>
                <a:uFillTx/>
                <a:latin typeface="Arial" panose="020B0604020202020204"/>
                <a:ea typeface="+mn-ea"/>
                <a:cs typeface="+mn-cs"/>
              </a:rPr>
              <a:t>(KB) </a:t>
            </a:r>
            <a:r>
              <a:rPr kumimoji="0" lang="en-US" sz="1600" b="0" i="0" u="none" strike="noStrike" kern="1200" cap="none" spc="0" normalizeH="0" baseline="0" noProof="0">
                <a:ln>
                  <a:noFill/>
                </a:ln>
                <a:solidFill>
                  <a:srgbClr val="2F4D5D"/>
                </a:solidFill>
                <a:effectLst/>
                <a:uLnTx/>
                <a:uFillTx/>
                <a:latin typeface="Arial" panose="020B0604020202020204"/>
                <a:ea typeface="+mn-ea"/>
                <a:cs typeface="+mn-cs"/>
              </a:rPr>
              <a:t>(Shen </a:t>
            </a:r>
            <a:r>
              <a:rPr kumimoji="0" lang="en-US" sz="1600" b="0" i="1" u="none" strike="noStrike" kern="1200" cap="none" spc="0" normalizeH="0" baseline="0" noProof="0">
                <a:ln>
                  <a:noFill/>
                </a:ln>
                <a:solidFill>
                  <a:srgbClr val="2F4D5D"/>
                </a:solidFill>
                <a:effectLst/>
                <a:uLnTx/>
                <a:uFillTx/>
                <a:latin typeface="Arial" panose="020B0604020202020204"/>
                <a:ea typeface="+mn-ea"/>
                <a:cs typeface="+mn-cs"/>
              </a:rPr>
              <a:t>et al.</a:t>
            </a:r>
            <a:r>
              <a:rPr kumimoji="0" lang="en-US" sz="1600" b="0" i="0" u="none" strike="noStrike" kern="1200" cap="none" spc="0" normalizeH="0" baseline="0" noProof="0">
                <a:ln>
                  <a:noFill/>
                </a:ln>
                <a:solidFill>
                  <a:srgbClr val="2F4D5D"/>
                </a:solidFill>
                <a:effectLst/>
                <a:uLnTx/>
                <a:uFillTx/>
                <a:latin typeface="Arial" panose="020B0604020202020204"/>
                <a:ea typeface="+mn-ea"/>
                <a:cs typeface="+mn-cs"/>
              </a:rPr>
              <a:t>, 2015)</a:t>
            </a:r>
          </a:p>
          <a:p>
            <a:pPr marL="0" marR="0" lvl="0" indent="0" algn="l" defTabSz="914400" rtl="0" eaLnBrk="1" fontAlgn="auto" latinLnBrk="0" hangingPunct="1">
              <a:lnSpc>
                <a:spcPct val="100000"/>
              </a:lnSpc>
              <a:spcBef>
                <a:spcPts val="360"/>
              </a:spcBef>
              <a:spcAft>
                <a:spcPts val="0"/>
              </a:spcAft>
              <a:buClrTx/>
              <a:buSzTx/>
              <a:buFont typeface="Arial" panose="020B0604020202020204" pitchFamily="34" charset="0"/>
              <a:buNone/>
              <a:tabLst/>
              <a:defRPr/>
            </a:pPr>
            <a:endParaRPr kumimoji="0" lang="en-US" sz="2800" b="0" i="0" u="none" strike="noStrike" kern="1200" cap="none" spc="0" normalizeH="0" baseline="0" noProof="0">
              <a:ln>
                <a:noFill/>
              </a:ln>
              <a:solidFill>
                <a:srgbClr val="D4D842"/>
              </a:solidFill>
              <a:effectLst/>
              <a:uLnTx/>
              <a:uFillTx/>
              <a:latin typeface="Arial" panose="020B0604020202020204"/>
              <a:ea typeface="+mn-ea"/>
              <a:cs typeface="+mn-cs"/>
            </a:endParaRPr>
          </a:p>
        </p:txBody>
      </p:sp>
      <p:sp>
        <p:nvSpPr>
          <p:cNvPr id="8" name="Ovaal 7">
            <a:extLst>
              <a:ext uri="{FF2B5EF4-FFF2-40B4-BE49-F238E27FC236}">
                <a16:creationId xmlns:a16="http://schemas.microsoft.com/office/drawing/2014/main" id="{B6F49602-B4E4-2A5B-D70E-581C523E86BC}"/>
              </a:ext>
            </a:extLst>
          </p:cNvPr>
          <p:cNvSpPr/>
          <p:nvPr/>
        </p:nvSpPr>
        <p:spPr>
          <a:xfrm>
            <a:off x="576000" y="1647404"/>
            <a:ext cx="1371985" cy="1371985"/>
          </a:xfrm>
          <a:prstGeom prst="ellipse">
            <a:avLst/>
          </a:prstGeom>
        </p:spPr>
        <p:style>
          <a:lnRef idx="0">
            <a:schemeClr val="lt1">
              <a:alpha val="0"/>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nl-BE" sz="1800" b="0" i="0" u="none" strike="noStrike" kern="1200" cap="none" spc="0" normalizeH="0" baseline="0" noProof="0">
              <a:ln>
                <a:noFill/>
              </a:ln>
              <a:solidFill>
                <a:srgbClr val="2F4D5D"/>
              </a:solidFill>
              <a:effectLst/>
              <a:uLnTx/>
              <a:uFillTx/>
              <a:latin typeface="Arial" panose="020B0604020202020204"/>
              <a:ea typeface="+mn-ea"/>
              <a:cs typeface="+mn-cs"/>
            </a:endParaRPr>
          </a:p>
        </p:txBody>
      </p:sp>
      <p:pic>
        <p:nvPicPr>
          <p:cNvPr id="9" name="Graphic 8" descr="Koppeling">
            <a:extLst>
              <a:ext uri="{FF2B5EF4-FFF2-40B4-BE49-F238E27FC236}">
                <a16:creationId xmlns:a16="http://schemas.microsoft.com/office/drawing/2014/main" id="{CCDC59FF-86F9-50A2-C48E-65082A5AB381}"/>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65802" y="1828412"/>
            <a:ext cx="986067" cy="986067"/>
          </a:xfrm>
          <a:prstGeom prst="rect">
            <a:avLst/>
          </a:prstGeom>
        </p:spPr>
      </p:pic>
      <p:sp>
        <p:nvSpPr>
          <p:cNvPr id="11" name="Tekstvak 10">
            <a:extLst>
              <a:ext uri="{FF2B5EF4-FFF2-40B4-BE49-F238E27FC236}">
                <a16:creationId xmlns:a16="http://schemas.microsoft.com/office/drawing/2014/main" id="{1F72569D-135E-2792-E8CA-9C54900ED3D8}"/>
              </a:ext>
            </a:extLst>
          </p:cNvPr>
          <p:cNvSpPr txBox="1"/>
          <p:nvPr/>
        </p:nvSpPr>
        <p:spPr>
          <a:xfrm>
            <a:off x="2160000" y="3429000"/>
            <a:ext cx="9457200" cy="95410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a:ln>
                  <a:noFill/>
                </a:ln>
                <a:solidFill>
                  <a:srgbClr val="2F4D5D"/>
                </a:solidFill>
                <a:effectLst/>
                <a:uLnTx/>
                <a:uFillTx/>
                <a:latin typeface="Arial" panose="020B0604020202020204"/>
                <a:ea typeface="+mn-ea"/>
                <a:cs typeface="+mn-cs"/>
              </a:rPr>
              <a:t>Domain specific KB : </a:t>
            </a:r>
            <a:r>
              <a:rPr kumimoji="0" lang="en-US" sz="2800" b="0" i="0" u="none" strike="noStrike" kern="1200" cap="none" spc="0" normalizeH="0" baseline="0" noProof="0">
                <a:ln>
                  <a:noFill/>
                </a:ln>
                <a:solidFill>
                  <a:srgbClr val="2F4D5D"/>
                </a:solidFill>
                <a:effectLst/>
                <a:uLnTx/>
                <a:uFillTx/>
                <a:latin typeface="Arial" panose="020B0604020202020204"/>
                <a:ea typeface="+mn-ea"/>
                <a:cs typeface="+mn-cs"/>
                <a:hlinkClick r:id="rId4">
                  <a:extLst>
                    <a:ext uri="{A12FA001-AC4F-418D-AE19-62706E023703}">
                      <ahyp:hlinkClr xmlns:ahyp="http://schemas.microsoft.com/office/drawing/2018/hyperlinkcolor" val="tx"/>
                    </a:ext>
                  </a:extLst>
                </a:hlinkClick>
              </a:rPr>
              <a:t>Paulys </a:t>
            </a:r>
            <a:r>
              <a:rPr kumimoji="0" lang="en-US" sz="2800" b="0" i="0" u="none" strike="noStrike" kern="1200" cap="none" spc="0" normalizeH="0" baseline="0" noProof="0" err="1">
                <a:ln>
                  <a:noFill/>
                </a:ln>
                <a:solidFill>
                  <a:srgbClr val="2F4D5D"/>
                </a:solidFill>
                <a:effectLst/>
                <a:uLnTx/>
                <a:uFillTx/>
                <a:latin typeface="Arial" panose="020B0604020202020204"/>
                <a:ea typeface="+mn-ea"/>
                <a:cs typeface="+mn-cs"/>
                <a:hlinkClick r:id="rId4">
                  <a:extLst>
                    <a:ext uri="{A12FA001-AC4F-418D-AE19-62706E023703}">
                      <ahyp:hlinkClr xmlns:ahyp="http://schemas.microsoft.com/office/drawing/2018/hyperlinkcolor" val="tx"/>
                    </a:ext>
                  </a:extLst>
                </a:hlinkClick>
              </a:rPr>
              <a:t>Realencyclopädie</a:t>
            </a:r>
            <a:r>
              <a:rPr kumimoji="0" lang="en-US" sz="2800" b="0" i="0" u="none" strike="noStrike" kern="1200" cap="none" spc="0" normalizeH="0" baseline="0" noProof="0">
                <a:ln>
                  <a:noFill/>
                </a:ln>
                <a:solidFill>
                  <a:srgbClr val="2F4D5D"/>
                </a:solidFill>
                <a:effectLst/>
                <a:uLnTx/>
                <a:uFillTx/>
                <a:latin typeface="Arial" panose="020B0604020202020204"/>
                <a:ea typeface="+mn-ea"/>
                <a:cs typeface="+mn-cs"/>
                <a:hlinkClick r:id="rId4">
                  <a:extLst>
                    <a:ext uri="{A12FA001-AC4F-418D-AE19-62706E023703}">
                      <ahyp:hlinkClr xmlns:ahyp="http://schemas.microsoft.com/office/drawing/2018/hyperlinkcolor" val="tx"/>
                    </a:ext>
                  </a:extLst>
                </a:hlinkClick>
              </a:rPr>
              <a:t> der </a:t>
            </a:r>
            <a:r>
              <a:rPr kumimoji="0" lang="en-US" sz="2800" b="0" i="0" u="none" strike="noStrike" kern="1200" cap="none" spc="0" normalizeH="0" baseline="0" noProof="0" err="1">
                <a:ln>
                  <a:noFill/>
                </a:ln>
                <a:solidFill>
                  <a:srgbClr val="2F4D5D"/>
                </a:solidFill>
                <a:effectLst/>
                <a:uLnTx/>
                <a:uFillTx/>
                <a:latin typeface="Arial" panose="020B0604020202020204"/>
                <a:ea typeface="+mn-ea"/>
                <a:cs typeface="+mn-cs"/>
                <a:hlinkClick r:id="rId4">
                  <a:extLst>
                    <a:ext uri="{A12FA001-AC4F-418D-AE19-62706E023703}">
                      <ahyp:hlinkClr xmlns:ahyp="http://schemas.microsoft.com/office/drawing/2018/hyperlinkcolor" val="tx"/>
                    </a:ext>
                  </a:extLst>
                </a:hlinkClick>
              </a:rPr>
              <a:t>classischen</a:t>
            </a:r>
            <a:r>
              <a:rPr kumimoji="0" lang="en-US" sz="2800" b="0" i="0" u="none" strike="noStrike" kern="1200" cap="none" spc="0" normalizeH="0" baseline="0" noProof="0">
                <a:ln>
                  <a:noFill/>
                </a:ln>
                <a:solidFill>
                  <a:srgbClr val="2F4D5D"/>
                </a:solidFill>
                <a:effectLst/>
                <a:uLnTx/>
                <a:uFillTx/>
                <a:latin typeface="Arial" panose="020B0604020202020204"/>
                <a:ea typeface="+mn-ea"/>
                <a:cs typeface="+mn-cs"/>
                <a:hlinkClick r:id="rId4">
                  <a:extLst>
                    <a:ext uri="{A12FA001-AC4F-418D-AE19-62706E023703}">
                      <ahyp:hlinkClr xmlns:ahyp="http://schemas.microsoft.com/office/drawing/2018/hyperlinkcolor" val="tx"/>
                    </a:ext>
                  </a:extLst>
                </a:hlinkClick>
              </a:rPr>
              <a:t> </a:t>
            </a:r>
            <a:r>
              <a:rPr kumimoji="0" lang="en-US" sz="2800" b="0" i="0" u="none" strike="noStrike" kern="1200" cap="none" spc="0" normalizeH="0" baseline="0" noProof="0" err="1">
                <a:ln>
                  <a:noFill/>
                </a:ln>
                <a:solidFill>
                  <a:srgbClr val="2F4D5D"/>
                </a:solidFill>
                <a:effectLst/>
                <a:uLnTx/>
                <a:uFillTx/>
                <a:latin typeface="Arial" panose="020B0604020202020204"/>
                <a:ea typeface="+mn-ea"/>
                <a:cs typeface="+mn-cs"/>
                <a:hlinkClick r:id="rId4">
                  <a:extLst>
                    <a:ext uri="{A12FA001-AC4F-418D-AE19-62706E023703}">
                      <ahyp:hlinkClr xmlns:ahyp="http://schemas.microsoft.com/office/drawing/2018/hyperlinkcolor" val="tx"/>
                    </a:ext>
                  </a:extLst>
                </a:hlinkClick>
              </a:rPr>
              <a:t>Altertumswissenschaft</a:t>
            </a:r>
            <a:r>
              <a:rPr kumimoji="0" lang="en-US" sz="2800" b="0" i="0" u="none" strike="noStrike" kern="1200" cap="none" spc="0" normalizeH="0" baseline="0" noProof="0">
                <a:ln>
                  <a:noFill/>
                </a:ln>
                <a:solidFill>
                  <a:srgbClr val="2F4D5D"/>
                </a:solidFill>
                <a:effectLst/>
                <a:uLnTx/>
                <a:uFillTx/>
                <a:latin typeface="Arial" panose="020B0604020202020204"/>
                <a:ea typeface="+mn-ea"/>
                <a:cs typeface="+mn-cs"/>
                <a:hlinkClick r:id="rId4">
                  <a:extLst>
                    <a:ext uri="{A12FA001-AC4F-418D-AE19-62706E023703}">
                      <ahyp:hlinkClr xmlns:ahyp="http://schemas.microsoft.com/office/drawing/2018/hyperlinkcolor" val="tx"/>
                    </a:ext>
                  </a:extLst>
                </a:hlinkClick>
              </a:rPr>
              <a:t> </a:t>
            </a:r>
            <a:r>
              <a:rPr kumimoji="0" lang="en-US" sz="2800" b="0" i="0" u="none" strike="noStrike" kern="1200" cap="none" spc="0" normalizeH="0" baseline="0" noProof="0">
                <a:ln>
                  <a:noFill/>
                </a:ln>
                <a:solidFill>
                  <a:srgbClr val="2F4D5D"/>
                </a:solidFill>
                <a:effectLst/>
                <a:uLnTx/>
                <a:uFillTx/>
                <a:latin typeface="Arial" panose="020B0604020202020204"/>
                <a:ea typeface="+mn-ea"/>
                <a:cs typeface="+mn-cs"/>
              </a:rPr>
              <a:t>(</a:t>
            </a:r>
            <a:r>
              <a:rPr kumimoji="0" lang="en-US" sz="2800" b="0" i="1" u="none" strike="noStrike" kern="1200" cap="none" spc="0" normalizeH="0" baseline="0" noProof="0">
                <a:ln>
                  <a:noFill/>
                </a:ln>
                <a:solidFill>
                  <a:srgbClr val="2F4D5D"/>
                </a:solidFill>
                <a:effectLst/>
                <a:uLnTx/>
                <a:uFillTx/>
                <a:latin typeface="Arial" panose="020B0604020202020204"/>
                <a:ea typeface="+mn-ea"/>
                <a:cs typeface="+mn-cs"/>
              </a:rPr>
              <a:t>RE</a:t>
            </a:r>
            <a:r>
              <a:rPr kumimoji="0" lang="en-US" sz="2800" b="0" i="0" u="none" strike="noStrike" kern="1200" cap="none" spc="0" normalizeH="0" baseline="0" noProof="0">
                <a:ln>
                  <a:noFill/>
                </a:ln>
                <a:solidFill>
                  <a:srgbClr val="2F4D5D"/>
                </a:solidFill>
                <a:effectLst/>
                <a:uLnTx/>
                <a:uFillTx/>
                <a:latin typeface="Arial" panose="020B0604020202020204"/>
                <a:ea typeface="+mn-ea"/>
                <a:cs typeface="+mn-cs"/>
              </a:rPr>
              <a:t>)</a:t>
            </a:r>
          </a:p>
        </p:txBody>
      </p:sp>
    </p:spTree>
    <p:extLst>
      <p:ext uri="{BB962C8B-B14F-4D97-AF65-F5344CB8AC3E}">
        <p14:creationId xmlns:p14="http://schemas.microsoft.com/office/powerpoint/2010/main" val="5421582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jdelijke aanduiding voor voettekst 2">
            <a:extLst>
              <a:ext uri="{FF2B5EF4-FFF2-40B4-BE49-F238E27FC236}">
                <a16:creationId xmlns:a16="http://schemas.microsoft.com/office/drawing/2014/main" id="{B391759C-1D9C-5F66-4C66-5F1516AE11B8}"/>
              </a:ext>
            </a:extLst>
          </p:cNvPr>
          <p:cNvSpPr>
            <a:spLocks noGrp="1"/>
          </p:cNvSpPr>
          <p:nvPr>
            <p:ph type="ftr" sz="quarter" idx="11"/>
          </p:nvPr>
        </p:nvSpPr>
        <p:spPr/>
        <p:txBody>
          <a:bodyPr/>
          <a:lstStyle/>
          <a:p>
            <a:r>
              <a:rPr lang="nl-NL"/>
              <a:t>NIKAW</a:t>
            </a:r>
          </a:p>
        </p:txBody>
      </p:sp>
      <p:sp>
        <p:nvSpPr>
          <p:cNvPr id="4" name="Tijdelijke aanduiding voor dianummer 3">
            <a:extLst>
              <a:ext uri="{FF2B5EF4-FFF2-40B4-BE49-F238E27FC236}">
                <a16:creationId xmlns:a16="http://schemas.microsoft.com/office/drawing/2014/main" id="{5377876E-5E37-33AC-B040-CE5D59969376}"/>
              </a:ext>
            </a:extLst>
          </p:cNvPr>
          <p:cNvSpPr>
            <a:spLocks noGrp="1"/>
          </p:cNvSpPr>
          <p:nvPr>
            <p:ph type="sldNum" sz="quarter" idx="12"/>
          </p:nvPr>
        </p:nvSpPr>
        <p:spPr/>
        <p:txBody>
          <a:bodyPr/>
          <a:lstStyle/>
          <a:p>
            <a:fld id="{0A297500-7527-634B-90F4-69D0994C32B4}" type="slidenum">
              <a:rPr lang="nl-NL" smtClean="0"/>
              <a:t>5</a:t>
            </a:fld>
            <a:endParaRPr lang="nl-NL"/>
          </a:p>
        </p:txBody>
      </p:sp>
      <p:sp>
        <p:nvSpPr>
          <p:cNvPr id="5" name="Titel 4">
            <a:extLst>
              <a:ext uri="{FF2B5EF4-FFF2-40B4-BE49-F238E27FC236}">
                <a16:creationId xmlns:a16="http://schemas.microsoft.com/office/drawing/2014/main" id="{EECE7071-C068-BB5F-ADD1-CD2D869173C1}"/>
              </a:ext>
            </a:extLst>
          </p:cNvPr>
          <p:cNvSpPr>
            <a:spLocks noGrp="1"/>
          </p:cNvSpPr>
          <p:nvPr>
            <p:ph type="title"/>
          </p:nvPr>
        </p:nvSpPr>
        <p:spPr>
          <a:xfrm>
            <a:off x="576000" y="0"/>
            <a:ext cx="11364988" cy="1152000"/>
          </a:xfrm>
        </p:spPr>
        <p:txBody>
          <a:bodyPr>
            <a:normAutofit/>
          </a:bodyPr>
          <a:lstStyle/>
          <a:p>
            <a:r>
              <a:rPr lang="de-DE" sz="2800" i="1" cap="small" dirty="0">
                <a:effectLst/>
                <a:latin typeface="+mj-lt"/>
                <a:ea typeface="Calibri" panose="020F0502020204030204" pitchFamily="34" charset="0"/>
              </a:rPr>
              <a:t>Paulys </a:t>
            </a:r>
            <a:r>
              <a:rPr lang="de-DE" sz="2800" i="1" cap="small" dirty="0" err="1">
                <a:effectLst/>
                <a:latin typeface="+mj-lt"/>
                <a:ea typeface="Calibri" panose="020F0502020204030204" pitchFamily="34" charset="0"/>
              </a:rPr>
              <a:t>Realencyclopädie</a:t>
            </a:r>
            <a:r>
              <a:rPr lang="de-DE" sz="2800" i="1" cap="small" dirty="0">
                <a:effectLst/>
                <a:latin typeface="+mj-lt"/>
                <a:ea typeface="Calibri" panose="020F0502020204030204" pitchFamily="34" charset="0"/>
              </a:rPr>
              <a:t> der </a:t>
            </a:r>
            <a:r>
              <a:rPr lang="de-DE" sz="2800" i="1" cap="small" dirty="0" err="1">
                <a:effectLst/>
                <a:latin typeface="+mj-lt"/>
                <a:ea typeface="Calibri" panose="020F0502020204030204" pitchFamily="34" charset="0"/>
              </a:rPr>
              <a:t>classischen</a:t>
            </a:r>
            <a:r>
              <a:rPr lang="de-DE" sz="2800" i="1" cap="small" dirty="0">
                <a:effectLst/>
                <a:latin typeface="+mj-lt"/>
                <a:ea typeface="Calibri" panose="020F0502020204030204" pitchFamily="34" charset="0"/>
              </a:rPr>
              <a:t> Altertumswissenschaft</a:t>
            </a:r>
            <a:endParaRPr lang="en-US" sz="2800" cap="small" dirty="0">
              <a:latin typeface="+mj-lt"/>
            </a:endParaRPr>
          </a:p>
        </p:txBody>
      </p:sp>
      <p:sp>
        <p:nvSpPr>
          <p:cNvPr id="15" name="Tekstvak 14">
            <a:extLst>
              <a:ext uri="{FF2B5EF4-FFF2-40B4-BE49-F238E27FC236}">
                <a16:creationId xmlns:a16="http://schemas.microsoft.com/office/drawing/2014/main" id="{F5B9C436-7FC7-CF1C-2BAF-5EAC4EBF6DCE}"/>
              </a:ext>
            </a:extLst>
          </p:cNvPr>
          <p:cNvSpPr txBox="1"/>
          <p:nvPr/>
        </p:nvSpPr>
        <p:spPr>
          <a:xfrm>
            <a:off x="574800" y="5814262"/>
            <a:ext cx="10387159" cy="383823"/>
          </a:xfrm>
          <a:prstGeom prst="rect">
            <a:avLst/>
          </a:prstGeom>
          <a:noFill/>
        </p:spPr>
        <p:txBody>
          <a:bodyPr wrap="square">
            <a:spAutoFit/>
          </a:bodyPr>
          <a:lstStyle/>
          <a:p>
            <a:pPr indent="449580" algn="just">
              <a:lnSpc>
                <a:spcPct val="115000"/>
              </a:lnSpc>
              <a:spcAft>
                <a:spcPts val="800"/>
              </a:spcAft>
            </a:pPr>
            <a:r>
              <a:rPr lang="en-US" sz="1800" dirty="0">
                <a:effectLst/>
                <a:latin typeface="+mj-lt"/>
                <a:ea typeface="Calibri" panose="020F0502020204030204" pitchFamily="34" charset="0"/>
              </a:rPr>
              <a:t>"</a:t>
            </a:r>
            <a:r>
              <a:rPr lang="en-US" sz="1800" u="sng" dirty="0">
                <a:solidFill>
                  <a:srgbClr val="0563C1"/>
                </a:solidFill>
                <a:effectLst/>
                <a:latin typeface="+mj-lt"/>
                <a:ea typeface="Calibri" panose="020F0502020204030204" pitchFamily="34" charset="0"/>
                <a:cs typeface="Times New Roman" panose="02020603050405020304" pitchFamily="18" charset="0"/>
                <a:hlinkClick r:id="rId3"/>
              </a:rPr>
              <a:t>Abas 3</a:t>
            </a:r>
            <a:r>
              <a:rPr lang="en-US" sz="1800" dirty="0">
                <a:effectLst/>
                <a:latin typeface="+mj-lt"/>
                <a:ea typeface="Calibri" panose="020F0502020204030204" pitchFamily="34" charset="0"/>
              </a:rPr>
              <a:t>" in the </a:t>
            </a:r>
            <a:r>
              <a:rPr lang="en-US" sz="1800" dirty="0" err="1">
                <a:effectLst/>
                <a:latin typeface="+mj-lt"/>
                <a:ea typeface="Calibri" panose="020F0502020204030204" pitchFamily="34" charset="0"/>
              </a:rPr>
              <a:t>Wikisource</a:t>
            </a:r>
            <a:r>
              <a:rPr lang="en-US" sz="1800" dirty="0">
                <a:effectLst/>
                <a:latin typeface="+mj-lt"/>
                <a:ea typeface="Calibri" panose="020F0502020204030204" pitchFamily="34" charset="0"/>
              </a:rPr>
              <a:t> edition</a:t>
            </a:r>
            <a:r>
              <a:rPr lang="en-US" sz="1800" dirty="0">
                <a:effectLst/>
                <a:latin typeface="+mj-lt"/>
                <a:ea typeface="Calibri" panose="020F0502020204030204" pitchFamily="34" charset="0"/>
                <a:cs typeface="Times New Roman" panose="02020603050405020304" pitchFamily="18" charset="0"/>
              </a:rPr>
              <a:t>, highlighting </a:t>
            </a:r>
            <a:r>
              <a:rPr lang="en-US" sz="1800" i="1" dirty="0" err="1">
                <a:effectLst/>
                <a:latin typeface="+mj-lt"/>
                <a:ea typeface="Calibri" panose="020F0502020204030204" pitchFamily="34" charset="0"/>
                <a:cs typeface="Times New Roman" panose="02020603050405020304" pitchFamily="18" charset="0"/>
              </a:rPr>
              <a:t>Volltext</a:t>
            </a:r>
            <a:r>
              <a:rPr lang="en-US" sz="1800" dirty="0">
                <a:effectLst/>
                <a:latin typeface="+mj-lt"/>
                <a:ea typeface="Calibri" panose="020F0502020204030204" pitchFamily="34" charset="0"/>
                <a:cs typeface="Times New Roman" panose="02020603050405020304" pitchFamily="18" charset="0"/>
              </a:rPr>
              <a:t> in red and </a:t>
            </a:r>
            <a:r>
              <a:rPr lang="en-US" sz="1800" i="1" dirty="0" err="1">
                <a:effectLst/>
                <a:latin typeface="+mj-lt"/>
                <a:ea typeface="Calibri" panose="020F0502020204030204" pitchFamily="34" charset="0"/>
                <a:cs typeface="Times New Roman" panose="02020603050405020304" pitchFamily="18" charset="0"/>
              </a:rPr>
              <a:t>Kurztext</a:t>
            </a:r>
            <a:r>
              <a:rPr lang="en-US" sz="1800" dirty="0">
                <a:effectLst/>
                <a:latin typeface="+mj-lt"/>
                <a:ea typeface="Calibri" panose="020F0502020204030204" pitchFamily="34" charset="0"/>
                <a:cs typeface="Times New Roman" panose="02020603050405020304" pitchFamily="18" charset="0"/>
              </a:rPr>
              <a:t> in green.</a:t>
            </a:r>
            <a:endParaRPr lang="nl-BE" sz="1800" dirty="0">
              <a:effectLst/>
              <a:latin typeface="+mj-lt"/>
              <a:ea typeface="Calibri" panose="020F0502020204030204" pitchFamily="34" charset="0"/>
              <a:cs typeface="Times New Roman" panose="02020603050405020304" pitchFamily="18" charset="0"/>
            </a:endParaRPr>
          </a:p>
        </p:txBody>
      </p:sp>
      <p:pic>
        <p:nvPicPr>
          <p:cNvPr id="8" name="Afbeelding 7">
            <a:extLst>
              <a:ext uri="{FF2B5EF4-FFF2-40B4-BE49-F238E27FC236}">
                <a16:creationId xmlns:a16="http://schemas.microsoft.com/office/drawing/2014/main" id="{054EC409-865B-A4D5-414C-AE5EABD0B453}"/>
              </a:ext>
            </a:extLst>
          </p:cNvPr>
          <p:cNvPicPr>
            <a:picLocks noChangeAspect="1"/>
          </p:cNvPicPr>
          <p:nvPr/>
        </p:nvPicPr>
        <p:blipFill>
          <a:blip r:embed="rId4"/>
          <a:stretch>
            <a:fillRect/>
          </a:stretch>
        </p:blipFill>
        <p:spPr>
          <a:xfrm>
            <a:off x="574800" y="1152000"/>
            <a:ext cx="11135118" cy="4560612"/>
          </a:xfrm>
          <a:prstGeom prst="rect">
            <a:avLst/>
          </a:prstGeom>
        </p:spPr>
      </p:pic>
      <p:sp>
        <p:nvSpPr>
          <p:cNvPr id="9" name="Rechthoek 8">
            <a:extLst>
              <a:ext uri="{FF2B5EF4-FFF2-40B4-BE49-F238E27FC236}">
                <a16:creationId xmlns:a16="http://schemas.microsoft.com/office/drawing/2014/main" id="{2CCBF13D-F1EF-3ECD-A12B-CA585F48B1AA}"/>
              </a:ext>
            </a:extLst>
          </p:cNvPr>
          <p:cNvSpPr/>
          <p:nvPr/>
        </p:nvSpPr>
        <p:spPr>
          <a:xfrm>
            <a:off x="576000" y="2369976"/>
            <a:ext cx="8754612" cy="3237722"/>
          </a:xfrm>
          <a:prstGeom prst="rect">
            <a:avLst/>
          </a:prstGeom>
          <a:no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hthoek 10">
            <a:extLst>
              <a:ext uri="{FF2B5EF4-FFF2-40B4-BE49-F238E27FC236}">
                <a16:creationId xmlns:a16="http://schemas.microsoft.com/office/drawing/2014/main" id="{BA98E601-1B04-3A59-4558-6A4D17F2F7B6}"/>
              </a:ext>
            </a:extLst>
          </p:cNvPr>
          <p:cNvSpPr/>
          <p:nvPr/>
        </p:nvSpPr>
        <p:spPr>
          <a:xfrm>
            <a:off x="9398976" y="3463154"/>
            <a:ext cx="2217023" cy="449423"/>
          </a:xfrm>
          <a:prstGeom prst="rect">
            <a:avLst/>
          </a:prstGeom>
          <a:noFill/>
          <a:ln w="57150">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jdelijke aanduiding voor datum 1">
            <a:extLst>
              <a:ext uri="{FF2B5EF4-FFF2-40B4-BE49-F238E27FC236}">
                <a16:creationId xmlns:a16="http://schemas.microsoft.com/office/drawing/2014/main" id="{ADEFC835-B1B8-E7E2-286F-506CD258BE7A}"/>
              </a:ext>
            </a:extLst>
          </p:cNvPr>
          <p:cNvSpPr>
            <a:spLocks noGrp="1"/>
          </p:cNvSpPr>
          <p:nvPr>
            <p:ph type="dt" sz="half" idx="10"/>
          </p:nvPr>
        </p:nvSpPr>
        <p:spPr/>
        <p:txBody>
          <a:bodyPr/>
          <a:lstStyle/>
          <a:p>
            <a:r>
              <a:rPr lang="nl-BE"/>
              <a:t>04/06/2025</a:t>
            </a:r>
            <a:endParaRPr lang="nl-NL" dirty="0"/>
          </a:p>
        </p:txBody>
      </p:sp>
    </p:spTree>
    <p:extLst>
      <p:ext uri="{BB962C8B-B14F-4D97-AF65-F5344CB8AC3E}">
        <p14:creationId xmlns:p14="http://schemas.microsoft.com/office/powerpoint/2010/main" val="39015841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jdelijke aanduiding voor datum 2">
            <a:extLst>
              <a:ext uri="{FF2B5EF4-FFF2-40B4-BE49-F238E27FC236}">
                <a16:creationId xmlns:a16="http://schemas.microsoft.com/office/drawing/2014/main" id="{8D3CD8D2-9FB3-4F81-8424-FE73F3E3EDA7}"/>
              </a:ext>
            </a:extLst>
          </p:cNvPr>
          <p:cNvSpPr>
            <a:spLocks noGrp="1"/>
          </p:cNvSpPr>
          <p:nvPr>
            <p:ph type="dt" sz="half" idx="10"/>
          </p:nvPr>
        </p:nvSpPr>
        <p:spPr/>
        <p:txBody>
          <a:bodyPr/>
          <a:lstStyle/>
          <a:p>
            <a:r>
              <a:rPr lang="nl-BE"/>
              <a:t>04/06/2025</a:t>
            </a:r>
            <a:endParaRPr lang="nl-NL"/>
          </a:p>
        </p:txBody>
      </p:sp>
      <p:sp>
        <p:nvSpPr>
          <p:cNvPr id="4" name="Tijdelijke aanduiding voor voettekst 3">
            <a:extLst>
              <a:ext uri="{FF2B5EF4-FFF2-40B4-BE49-F238E27FC236}">
                <a16:creationId xmlns:a16="http://schemas.microsoft.com/office/drawing/2014/main" id="{21E20276-A85C-E2F4-C44E-A51CE5E13540}"/>
              </a:ext>
            </a:extLst>
          </p:cNvPr>
          <p:cNvSpPr>
            <a:spLocks noGrp="1"/>
          </p:cNvSpPr>
          <p:nvPr>
            <p:ph type="ftr" sz="quarter" idx="11"/>
          </p:nvPr>
        </p:nvSpPr>
        <p:spPr/>
        <p:txBody>
          <a:bodyPr/>
          <a:lstStyle/>
          <a:p>
            <a:r>
              <a:rPr lang="nl-NL"/>
              <a:t>NIKAW</a:t>
            </a:r>
          </a:p>
        </p:txBody>
      </p:sp>
      <p:sp>
        <p:nvSpPr>
          <p:cNvPr id="5" name="Tijdelijke aanduiding voor dianummer 4">
            <a:extLst>
              <a:ext uri="{FF2B5EF4-FFF2-40B4-BE49-F238E27FC236}">
                <a16:creationId xmlns:a16="http://schemas.microsoft.com/office/drawing/2014/main" id="{908F4A5A-DE65-044D-432C-E9B5828CC581}"/>
              </a:ext>
            </a:extLst>
          </p:cNvPr>
          <p:cNvSpPr>
            <a:spLocks noGrp="1"/>
          </p:cNvSpPr>
          <p:nvPr>
            <p:ph type="sldNum" sz="quarter" idx="12"/>
          </p:nvPr>
        </p:nvSpPr>
        <p:spPr/>
        <p:txBody>
          <a:bodyPr/>
          <a:lstStyle/>
          <a:p>
            <a:fld id="{0A297500-7527-634B-90F4-69D0994C32B4}" type="slidenum">
              <a:rPr lang="nl-NL" smtClean="0"/>
              <a:t>6</a:t>
            </a:fld>
            <a:endParaRPr lang="nl-NL"/>
          </a:p>
        </p:txBody>
      </p:sp>
      <p:sp>
        <p:nvSpPr>
          <p:cNvPr id="6" name="Titel 5">
            <a:extLst>
              <a:ext uri="{FF2B5EF4-FFF2-40B4-BE49-F238E27FC236}">
                <a16:creationId xmlns:a16="http://schemas.microsoft.com/office/drawing/2014/main" id="{9719A105-115A-2FB9-93B0-254D587C3D87}"/>
              </a:ext>
            </a:extLst>
          </p:cNvPr>
          <p:cNvSpPr>
            <a:spLocks noGrp="1"/>
          </p:cNvSpPr>
          <p:nvPr>
            <p:ph type="title"/>
          </p:nvPr>
        </p:nvSpPr>
        <p:spPr/>
        <p:txBody>
          <a:bodyPr/>
          <a:lstStyle/>
          <a:p>
            <a:r>
              <a:rPr lang="en-US" cap="small"/>
              <a:t>Gold Data: Plato Case study</a:t>
            </a:r>
          </a:p>
        </p:txBody>
      </p:sp>
      <p:graphicFrame>
        <p:nvGraphicFramePr>
          <p:cNvPr id="7" name="Tabel 6">
            <a:extLst>
              <a:ext uri="{FF2B5EF4-FFF2-40B4-BE49-F238E27FC236}">
                <a16:creationId xmlns:a16="http://schemas.microsoft.com/office/drawing/2014/main" id="{DC231623-D217-BF63-A6E4-6F3B2D4A3856}"/>
              </a:ext>
            </a:extLst>
          </p:cNvPr>
          <p:cNvGraphicFramePr>
            <a:graphicFrameLocks noGrp="1"/>
          </p:cNvGraphicFramePr>
          <p:nvPr>
            <p:extLst>
              <p:ext uri="{D42A27DB-BD31-4B8C-83A1-F6EECF244321}">
                <p14:modId xmlns:p14="http://schemas.microsoft.com/office/powerpoint/2010/main" val="2001762054"/>
              </p:ext>
            </p:extLst>
          </p:nvPr>
        </p:nvGraphicFramePr>
        <p:xfrm>
          <a:off x="224118" y="1161703"/>
          <a:ext cx="11743764" cy="4839162"/>
        </p:xfrm>
        <a:graphic>
          <a:graphicData uri="http://schemas.openxmlformats.org/drawingml/2006/table">
            <a:tbl>
              <a:tblPr firstRow="1" firstCol="1" bandRow="1">
                <a:tableStyleId>{00A15C55-8517-42AA-B614-E9B94910E393}</a:tableStyleId>
              </a:tblPr>
              <a:tblGrid>
                <a:gridCol w="3634782">
                  <a:extLst>
                    <a:ext uri="{9D8B030D-6E8A-4147-A177-3AD203B41FA5}">
                      <a16:colId xmlns:a16="http://schemas.microsoft.com/office/drawing/2014/main" val="1268590251"/>
                    </a:ext>
                  </a:extLst>
                </a:gridCol>
                <a:gridCol w="4981097">
                  <a:extLst>
                    <a:ext uri="{9D8B030D-6E8A-4147-A177-3AD203B41FA5}">
                      <a16:colId xmlns:a16="http://schemas.microsoft.com/office/drawing/2014/main" val="503899306"/>
                    </a:ext>
                  </a:extLst>
                </a:gridCol>
                <a:gridCol w="1027308">
                  <a:extLst>
                    <a:ext uri="{9D8B030D-6E8A-4147-A177-3AD203B41FA5}">
                      <a16:colId xmlns:a16="http://schemas.microsoft.com/office/drawing/2014/main" val="2378833503"/>
                    </a:ext>
                  </a:extLst>
                </a:gridCol>
                <a:gridCol w="2100577">
                  <a:extLst>
                    <a:ext uri="{9D8B030D-6E8A-4147-A177-3AD203B41FA5}">
                      <a16:colId xmlns:a16="http://schemas.microsoft.com/office/drawing/2014/main" val="1026232604"/>
                    </a:ext>
                  </a:extLst>
                </a:gridCol>
              </a:tblGrid>
              <a:tr h="707082">
                <a:tc>
                  <a:txBody>
                    <a:bodyPr/>
                    <a:lstStyle/>
                    <a:p>
                      <a:pPr algn="ctr">
                        <a:buNone/>
                      </a:pPr>
                      <a:r>
                        <a:rPr lang="en-US" sz="2000" kern="0">
                          <a:effectLst/>
                        </a:rPr>
                        <a:t>Author</a:t>
                      </a:r>
                      <a:endParaRPr lang="nl-BE"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buNone/>
                      </a:pPr>
                      <a:r>
                        <a:rPr lang="en-US" sz="2000" kern="0">
                          <a:effectLst/>
                        </a:rPr>
                        <a:t>Work</a:t>
                      </a:r>
                      <a:endParaRPr lang="nl-BE"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buNone/>
                      </a:pPr>
                      <a:r>
                        <a:rPr lang="en-US" sz="2000" kern="0">
                          <a:effectLst/>
                        </a:rPr>
                        <a:t>Period</a:t>
                      </a:r>
                      <a:endParaRPr lang="nl-BE"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buNone/>
                      </a:pPr>
                      <a:r>
                        <a:rPr lang="en-US" sz="2000" kern="0">
                          <a:effectLst/>
                        </a:rPr>
                        <a:t>Christian work</a:t>
                      </a:r>
                      <a:endParaRPr lang="nl-BE"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803630201"/>
                  </a:ext>
                </a:extLst>
              </a:tr>
              <a:tr h="413208">
                <a:tc gridSpan="4">
                  <a:txBody>
                    <a:bodyPr/>
                    <a:lstStyle/>
                    <a:p>
                      <a:pPr algn="ctr">
                        <a:buNone/>
                      </a:pPr>
                      <a:r>
                        <a:rPr lang="en-US" sz="2000" kern="0">
                          <a:effectLst/>
                        </a:rPr>
                        <a:t>Greek [</a:t>
                      </a:r>
                      <a:r>
                        <a:rPr lang="en-US" sz="2000" u="sng" kern="0">
                          <a:solidFill>
                            <a:srgbClr val="DCE7F0"/>
                          </a:solidFill>
                          <a:effectLst/>
                          <a:hlinkClick r:id="rId3">
                            <a:extLst>
                              <a:ext uri="{A12FA001-AC4F-418D-AE19-62706E023703}">
                                <ahyp:hlinkClr xmlns:ahyp="http://schemas.microsoft.com/office/drawing/2018/hyperlinkcolor" val="tx"/>
                              </a:ext>
                            </a:extLst>
                          </a:hlinkClick>
                        </a:rPr>
                        <a:t>GLAUx corpus</a:t>
                      </a:r>
                      <a:r>
                        <a:rPr lang="en-US" sz="2000" kern="0">
                          <a:effectLst/>
                        </a:rPr>
                        <a:t>]</a:t>
                      </a:r>
                      <a:endParaRPr lang="nl-BE"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168026132"/>
                  </a:ext>
                </a:extLst>
              </a:tr>
              <a:tr h="413208">
                <a:tc>
                  <a:txBody>
                    <a:bodyPr/>
                    <a:lstStyle/>
                    <a:p>
                      <a:pPr algn="l">
                        <a:buNone/>
                      </a:pPr>
                      <a:r>
                        <a:rPr lang="en-US" sz="2000" kern="0">
                          <a:effectLst/>
                        </a:rPr>
                        <a:t>[Plato]</a:t>
                      </a:r>
                      <a:endParaRPr lang="nl-BE"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buNone/>
                      </a:pPr>
                      <a:r>
                        <a:rPr lang="en-US" sz="2000" kern="0">
                          <a:effectLst/>
                        </a:rPr>
                        <a:t>Epistulae</a:t>
                      </a:r>
                      <a:endParaRPr lang="nl-BE"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buNone/>
                      </a:pPr>
                      <a:r>
                        <a:rPr lang="en-US" sz="2000" kern="0">
                          <a:effectLst/>
                        </a:rPr>
                        <a:t>BCE</a:t>
                      </a:r>
                      <a:endParaRPr lang="nl-BE"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buNone/>
                      </a:pPr>
                      <a:r>
                        <a:rPr lang="en-US" sz="2000" kern="0">
                          <a:effectLst/>
                        </a:rPr>
                        <a:t>☐</a:t>
                      </a:r>
                      <a:endParaRPr lang="nl-BE"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242386659"/>
                  </a:ext>
                </a:extLst>
              </a:tr>
              <a:tr h="413208">
                <a:tc>
                  <a:txBody>
                    <a:bodyPr/>
                    <a:lstStyle/>
                    <a:p>
                      <a:pPr algn="l">
                        <a:buNone/>
                      </a:pPr>
                      <a:r>
                        <a:rPr lang="en-US" sz="2000" kern="0">
                          <a:effectLst/>
                        </a:rPr>
                        <a:t>Aristoteles</a:t>
                      </a:r>
                      <a:endParaRPr lang="nl-BE"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buNone/>
                      </a:pPr>
                      <a:r>
                        <a:rPr lang="en-US" sz="2000" kern="0">
                          <a:effectLst/>
                        </a:rPr>
                        <a:t>Metaphysica</a:t>
                      </a:r>
                      <a:endParaRPr lang="nl-BE"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buNone/>
                      </a:pPr>
                      <a:r>
                        <a:rPr lang="en-US" sz="2000" kern="0">
                          <a:effectLst/>
                        </a:rPr>
                        <a:t>BCE</a:t>
                      </a:r>
                      <a:endParaRPr lang="nl-BE"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buNone/>
                      </a:pPr>
                      <a:r>
                        <a:rPr lang="en-US" sz="2000" kern="0">
                          <a:effectLst/>
                        </a:rPr>
                        <a:t>☐</a:t>
                      </a:r>
                      <a:endParaRPr lang="nl-BE"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3282519948"/>
                  </a:ext>
                </a:extLst>
              </a:tr>
              <a:tr h="413208">
                <a:tc>
                  <a:txBody>
                    <a:bodyPr/>
                    <a:lstStyle/>
                    <a:p>
                      <a:pPr algn="l">
                        <a:buNone/>
                      </a:pPr>
                      <a:r>
                        <a:rPr lang="en-US" sz="2000" kern="0">
                          <a:effectLst/>
                        </a:rPr>
                        <a:t>Strabo</a:t>
                      </a:r>
                      <a:endParaRPr lang="nl-BE"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buNone/>
                      </a:pPr>
                      <a:r>
                        <a:rPr lang="es-ES" sz="2000" kern="0">
                          <a:effectLst/>
                        </a:rPr>
                        <a:t>Geographica</a:t>
                      </a:r>
                      <a:endParaRPr lang="nl-BE"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buNone/>
                      </a:pPr>
                      <a:r>
                        <a:rPr lang="en-US" sz="2000" kern="0">
                          <a:effectLst/>
                        </a:rPr>
                        <a:t>BCE</a:t>
                      </a:r>
                      <a:endParaRPr lang="nl-BE"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buNone/>
                      </a:pPr>
                      <a:r>
                        <a:rPr lang="en-US" sz="2000" kern="0">
                          <a:effectLst/>
                        </a:rPr>
                        <a:t>☐</a:t>
                      </a:r>
                      <a:endParaRPr lang="nl-BE"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2244349523"/>
                  </a:ext>
                </a:extLst>
              </a:tr>
              <a:tr h="413208">
                <a:tc>
                  <a:txBody>
                    <a:bodyPr/>
                    <a:lstStyle/>
                    <a:p>
                      <a:pPr algn="l">
                        <a:buNone/>
                      </a:pPr>
                      <a:r>
                        <a:rPr lang="en-US" sz="2000" kern="0">
                          <a:effectLst/>
                        </a:rPr>
                        <a:t>Dionysius Halicarnassensis</a:t>
                      </a:r>
                      <a:endParaRPr lang="nl-BE"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kern="0">
                          <a:effectLst/>
                        </a:rPr>
                        <a:t>De Demosthenis dictione</a:t>
                      </a:r>
                      <a:endParaRPr lang="nl-BE"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2000" kern="0">
                          <a:effectLst/>
                        </a:rPr>
                        <a:t>BCE</a:t>
                      </a:r>
                      <a:endParaRPr lang="nl-BE"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kern="0">
                          <a:effectLst/>
                        </a:rPr>
                        <a:t>☐</a:t>
                      </a:r>
                      <a:endParaRPr lang="nl-BE"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235678446"/>
                  </a:ext>
                </a:extLst>
              </a:tr>
              <a:tr h="413208">
                <a:tc>
                  <a:txBody>
                    <a:bodyPr/>
                    <a:lstStyle/>
                    <a:p>
                      <a:pPr algn="l">
                        <a:buNone/>
                      </a:pPr>
                      <a:r>
                        <a:rPr lang="es-ES" sz="2000" kern="0">
                          <a:effectLst/>
                        </a:rPr>
                        <a:t>Plutarchus</a:t>
                      </a:r>
                      <a:endParaRPr lang="nl-BE"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buNone/>
                      </a:pPr>
                      <a:r>
                        <a:rPr lang="en-US" sz="2000" kern="0">
                          <a:effectLst/>
                        </a:rPr>
                        <a:t>Quaestiones convivales</a:t>
                      </a:r>
                      <a:endParaRPr lang="nl-BE"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buNone/>
                      </a:pPr>
                      <a:r>
                        <a:rPr lang="en-US" sz="2000" kern="0">
                          <a:effectLst/>
                        </a:rPr>
                        <a:t>CE</a:t>
                      </a:r>
                      <a:endParaRPr lang="nl-BE"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buNone/>
                      </a:pPr>
                      <a:r>
                        <a:rPr lang="en-US" sz="2000" kern="0">
                          <a:effectLst/>
                        </a:rPr>
                        <a:t>☐</a:t>
                      </a:r>
                      <a:endParaRPr lang="nl-BE"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713465899"/>
                  </a:ext>
                </a:extLst>
              </a:tr>
              <a:tr h="413208">
                <a:tc>
                  <a:txBody>
                    <a:bodyPr/>
                    <a:lstStyle/>
                    <a:p>
                      <a:pPr algn="l">
                        <a:buNone/>
                      </a:pPr>
                      <a:r>
                        <a:rPr lang="en-US" sz="2000" kern="0">
                          <a:effectLst/>
                        </a:rPr>
                        <a:t>Claudius Aelianus</a:t>
                      </a:r>
                      <a:endParaRPr lang="nl-BE"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buNone/>
                      </a:pPr>
                      <a:r>
                        <a:rPr lang="en-US" sz="2000" kern="0">
                          <a:effectLst/>
                        </a:rPr>
                        <a:t>Varia historia</a:t>
                      </a:r>
                      <a:endParaRPr lang="nl-BE"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buNone/>
                      </a:pPr>
                      <a:r>
                        <a:rPr lang="en-US" sz="2000" kern="0">
                          <a:effectLst/>
                        </a:rPr>
                        <a:t>CE</a:t>
                      </a:r>
                      <a:endParaRPr lang="nl-BE"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buNone/>
                      </a:pPr>
                      <a:r>
                        <a:rPr lang="en-US" sz="2000" kern="0">
                          <a:effectLst/>
                        </a:rPr>
                        <a:t>☐</a:t>
                      </a:r>
                      <a:endParaRPr lang="nl-BE"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201750804"/>
                  </a:ext>
                </a:extLst>
              </a:tr>
              <a:tr h="413208">
                <a:tc>
                  <a:txBody>
                    <a:bodyPr/>
                    <a:lstStyle/>
                    <a:p>
                      <a:pPr algn="l">
                        <a:buNone/>
                      </a:pPr>
                      <a:r>
                        <a:rPr lang="en-US" sz="2000" kern="0">
                          <a:effectLst/>
                        </a:rPr>
                        <a:t>Clemens Alexandrinus</a:t>
                      </a:r>
                      <a:endParaRPr lang="nl-BE"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buNone/>
                      </a:pPr>
                      <a:r>
                        <a:rPr lang="en-US" sz="2000" kern="0">
                          <a:effectLst/>
                        </a:rPr>
                        <a:t>Stromata</a:t>
                      </a:r>
                      <a:endParaRPr lang="nl-BE"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buNone/>
                      </a:pPr>
                      <a:r>
                        <a:rPr lang="en-US" sz="2000" kern="0">
                          <a:effectLst/>
                        </a:rPr>
                        <a:t>CE</a:t>
                      </a:r>
                      <a:endParaRPr lang="nl-BE"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buNone/>
                      </a:pPr>
                      <a:r>
                        <a:rPr lang="en-US" sz="2000" kern="0">
                          <a:effectLst/>
                          <a:sym typeface="Wingdings" panose="05000000000000000000" pitchFamily="2" charset="2"/>
                        </a:rPr>
                        <a:t></a:t>
                      </a:r>
                      <a:endParaRPr lang="nl-BE"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3008665055"/>
                  </a:ext>
                </a:extLst>
              </a:tr>
              <a:tr h="413208">
                <a:tc>
                  <a:txBody>
                    <a:bodyPr/>
                    <a:lstStyle/>
                    <a:p>
                      <a:pPr algn="l">
                        <a:buNone/>
                      </a:pPr>
                      <a:r>
                        <a:rPr lang="en-US" sz="2000" kern="0">
                          <a:effectLst/>
                        </a:rPr>
                        <a:t>Origenes</a:t>
                      </a:r>
                      <a:endParaRPr lang="nl-BE"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buNone/>
                      </a:pPr>
                      <a:r>
                        <a:rPr lang="en-US" sz="2000" kern="0">
                          <a:effectLst/>
                        </a:rPr>
                        <a:t>Contra Celsum</a:t>
                      </a:r>
                      <a:endParaRPr lang="nl-BE"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buNone/>
                      </a:pPr>
                      <a:r>
                        <a:rPr lang="en-US" sz="2000" kern="0">
                          <a:effectLst/>
                        </a:rPr>
                        <a:t>CE</a:t>
                      </a:r>
                      <a:endParaRPr lang="nl-BE"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buNone/>
                      </a:pPr>
                      <a:r>
                        <a:rPr lang="en-US" sz="2000" kern="0">
                          <a:effectLst/>
                          <a:sym typeface="Wingdings" panose="05000000000000000000" pitchFamily="2" charset="2"/>
                        </a:rPr>
                        <a:t></a:t>
                      </a:r>
                      <a:endParaRPr lang="nl-BE"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4154159103"/>
                  </a:ext>
                </a:extLst>
              </a:tr>
              <a:tr h="413208">
                <a:tc>
                  <a:txBody>
                    <a:bodyPr/>
                    <a:lstStyle/>
                    <a:p>
                      <a:pPr algn="l">
                        <a:buNone/>
                      </a:pPr>
                      <a:r>
                        <a:rPr lang="en-US" sz="2000" kern="0">
                          <a:effectLst/>
                        </a:rPr>
                        <a:t>Diogenes Laertius</a:t>
                      </a:r>
                      <a:endParaRPr lang="nl-BE"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buNone/>
                      </a:pPr>
                      <a:r>
                        <a:rPr lang="en-US" sz="2000" kern="0">
                          <a:effectLst/>
                        </a:rPr>
                        <a:t>Vitae philosophorum</a:t>
                      </a:r>
                      <a:endParaRPr lang="nl-BE"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buNone/>
                      </a:pPr>
                      <a:r>
                        <a:rPr lang="en-US" sz="2000" kern="0">
                          <a:effectLst/>
                        </a:rPr>
                        <a:t>CE</a:t>
                      </a:r>
                      <a:endParaRPr lang="nl-BE"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buNone/>
                      </a:pPr>
                      <a:r>
                        <a:rPr lang="en-US" sz="2000" kern="0">
                          <a:effectLst/>
                        </a:rPr>
                        <a:t>☐</a:t>
                      </a:r>
                      <a:endParaRPr lang="nl-BE"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3881489484"/>
                  </a:ext>
                </a:extLst>
              </a:tr>
            </a:tbl>
          </a:graphicData>
        </a:graphic>
      </p:graphicFrame>
    </p:spTree>
    <p:extLst>
      <p:ext uri="{BB962C8B-B14F-4D97-AF65-F5344CB8AC3E}">
        <p14:creationId xmlns:p14="http://schemas.microsoft.com/office/powerpoint/2010/main" val="36813391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6BDCBB-0569-1AC6-06D8-CE1A8D007E2E}"/>
            </a:ext>
          </a:extLst>
        </p:cNvPr>
        <p:cNvGrpSpPr/>
        <p:nvPr/>
      </p:nvGrpSpPr>
      <p:grpSpPr>
        <a:xfrm>
          <a:off x="0" y="0"/>
          <a:ext cx="0" cy="0"/>
          <a:chOff x="0" y="0"/>
          <a:chExt cx="0" cy="0"/>
        </a:xfrm>
      </p:grpSpPr>
      <p:sp>
        <p:nvSpPr>
          <p:cNvPr id="3" name="Tijdelijke aanduiding voor datum 2">
            <a:extLst>
              <a:ext uri="{FF2B5EF4-FFF2-40B4-BE49-F238E27FC236}">
                <a16:creationId xmlns:a16="http://schemas.microsoft.com/office/drawing/2014/main" id="{8A86CA35-C951-8E95-77F4-537E2A44ABE5}"/>
              </a:ext>
            </a:extLst>
          </p:cNvPr>
          <p:cNvSpPr>
            <a:spLocks noGrp="1"/>
          </p:cNvSpPr>
          <p:nvPr>
            <p:ph type="dt" sz="half" idx="10"/>
          </p:nvPr>
        </p:nvSpPr>
        <p:spPr/>
        <p:txBody>
          <a:bodyPr/>
          <a:lstStyle/>
          <a:p>
            <a:r>
              <a:rPr lang="nl-BE"/>
              <a:t>04/06/2025</a:t>
            </a:r>
            <a:endParaRPr lang="nl-NL"/>
          </a:p>
        </p:txBody>
      </p:sp>
      <p:sp>
        <p:nvSpPr>
          <p:cNvPr id="4" name="Tijdelijke aanduiding voor voettekst 3">
            <a:extLst>
              <a:ext uri="{FF2B5EF4-FFF2-40B4-BE49-F238E27FC236}">
                <a16:creationId xmlns:a16="http://schemas.microsoft.com/office/drawing/2014/main" id="{5AB4FFC0-715B-69B7-855F-E737EA71503D}"/>
              </a:ext>
            </a:extLst>
          </p:cNvPr>
          <p:cNvSpPr>
            <a:spLocks noGrp="1"/>
          </p:cNvSpPr>
          <p:nvPr>
            <p:ph type="ftr" sz="quarter" idx="11"/>
          </p:nvPr>
        </p:nvSpPr>
        <p:spPr/>
        <p:txBody>
          <a:bodyPr/>
          <a:lstStyle/>
          <a:p>
            <a:r>
              <a:rPr lang="nl-NL"/>
              <a:t>NIKAW</a:t>
            </a:r>
          </a:p>
        </p:txBody>
      </p:sp>
      <p:sp>
        <p:nvSpPr>
          <p:cNvPr id="5" name="Tijdelijke aanduiding voor dianummer 4">
            <a:extLst>
              <a:ext uri="{FF2B5EF4-FFF2-40B4-BE49-F238E27FC236}">
                <a16:creationId xmlns:a16="http://schemas.microsoft.com/office/drawing/2014/main" id="{908A7018-8409-166E-85D1-4F81545EA725}"/>
              </a:ext>
            </a:extLst>
          </p:cNvPr>
          <p:cNvSpPr>
            <a:spLocks noGrp="1"/>
          </p:cNvSpPr>
          <p:nvPr>
            <p:ph type="sldNum" sz="quarter" idx="12"/>
          </p:nvPr>
        </p:nvSpPr>
        <p:spPr/>
        <p:txBody>
          <a:bodyPr/>
          <a:lstStyle/>
          <a:p>
            <a:fld id="{0A297500-7527-634B-90F4-69D0994C32B4}" type="slidenum">
              <a:rPr lang="nl-NL" smtClean="0"/>
              <a:t>7</a:t>
            </a:fld>
            <a:endParaRPr lang="nl-NL"/>
          </a:p>
        </p:txBody>
      </p:sp>
      <p:sp>
        <p:nvSpPr>
          <p:cNvPr id="6" name="Titel 5">
            <a:extLst>
              <a:ext uri="{FF2B5EF4-FFF2-40B4-BE49-F238E27FC236}">
                <a16:creationId xmlns:a16="http://schemas.microsoft.com/office/drawing/2014/main" id="{3506C751-99FF-6DA0-0EDD-9C85BB037F67}"/>
              </a:ext>
            </a:extLst>
          </p:cNvPr>
          <p:cNvSpPr>
            <a:spLocks noGrp="1"/>
          </p:cNvSpPr>
          <p:nvPr>
            <p:ph type="title"/>
          </p:nvPr>
        </p:nvSpPr>
        <p:spPr/>
        <p:txBody>
          <a:bodyPr/>
          <a:lstStyle/>
          <a:p>
            <a:r>
              <a:rPr lang="en-US" cap="small">
                <a:latin typeface="Arial"/>
                <a:cs typeface="Arial"/>
              </a:rPr>
              <a:t>Gold Data: </a:t>
            </a:r>
            <a:r>
              <a:rPr lang="en-US" cap="small" dirty="0">
                <a:latin typeface="Arial"/>
                <a:cs typeface="Arial"/>
              </a:rPr>
              <a:t>Famous authors</a:t>
            </a:r>
          </a:p>
        </p:txBody>
      </p:sp>
      <p:sp>
        <p:nvSpPr>
          <p:cNvPr id="11" name="Content Placeholder 10">
            <a:extLst>
              <a:ext uri="{FF2B5EF4-FFF2-40B4-BE49-F238E27FC236}">
                <a16:creationId xmlns:a16="http://schemas.microsoft.com/office/drawing/2014/main" id="{48514855-203D-4179-B1ED-FE6F1C524D6B}"/>
              </a:ext>
            </a:extLst>
          </p:cNvPr>
          <p:cNvSpPr>
            <a:spLocks noGrp="1"/>
          </p:cNvSpPr>
          <p:nvPr>
            <p:ph idx="1"/>
          </p:nvPr>
        </p:nvSpPr>
        <p:spPr>
          <a:xfrm>
            <a:off x="576000" y="1666036"/>
            <a:ext cx="11041200" cy="4464000"/>
          </a:xfrm>
        </p:spPr>
        <p:txBody>
          <a:bodyPr vert="horz" lIns="91440" tIns="45720" rIns="91440" bIns="45720" rtlCol="0" anchor="t">
            <a:normAutofit/>
          </a:bodyPr>
          <a:lstStyle/>
          <a:p>
            <a:r>
              <a:rPr lang="en-US" dirty="0">
                <a:latin typeface="Arial"/>
                <a:cs typeface="Arial"/>
              </a:rPr>
              <a:t>396 manually annotated mentions of famous authors</a:t>
            </a:r>
            <a:endParaRPr lang="en-US" dirty="0">
              <a:latin typeface="Arial"/>
              <a:cs typeface="Arial" charset="0"/>
            </a:endParaRPr>
          </a:p>
          <a:p>
            <a:endParaRPr lang="en-US" dirty="0">
              <a:cs typeface="Arial"/>
            </a:endParaRPr>
          </a:p>
        </p:txBody>
      </p:sp>
      <p:graphicFrame>
        <p:nvGraphicFramePr>
          <p:cNvPr id="15" name="Table 14">
            <a:extLst>
              <a:ext uri="{FF2B5EF4-FFF2-40B4-BE49-F238E27FC236}">
                <a16:creationId xmlns:a16="http://schemas.microsoft.com/office/drawing/2014/main" id="{CE7F384F-A228-19B6-7277-38AA92B4689C}"/>
              </a:ext>
            </a:extLst>
          </p:cNvPr>
          <p:cNvGraphicFramePr>
            <a:graphicFrameLocks noGrp="1"/>
          </p:cNvGraphicFramePr>
          <p:nvPr>
            <p:extLst>
              <p:ext uri="{D42A27DB-BD31-4B8C-83A1-F6EECF244321}">
                <p14:modId xmlns:p14="http://schemas.microsoft.com/office/powerpoint/2010/main" val="2937559924"/>
              </p:ext>
            </p:extLst>
          </p:nvPr>
        </p:nvGraphicFramePr>
        <p:xfrm>
          <a:off x="576000" y="2251964"/>
          <a:ext cx="7819992" cy="3700264"/>
        </p:xfrm>
        <a:graphic>
          <a:graphicData uri="http://schemas.openxmlformats.org/drawingml/2006/table">
            <a:tbl>
              <a:tblPr firstRow="1" bandRow="1">
                <a:tableStyleId>{5C22544A-7EE6-4342-B048-85BDC9FD1C3A}</a:tableStyleId>
              </a:tblPr>
              <a:tblGrid>
                <a:gridCol w="2796641">
                  <a:extLst>
                    <a:ext uri="{9D8B030D-6E8A-4147-A177-3AD203B41FA5}">
                      <a16:colId xmlns:a16="http://schemas.microsoft.com/office/drawing/2014/main" val="154409413"/>
                    </a:ext>
                  </a:extLst>
                </a:gridCol>
                <a:gridCol w="1723049">
                  <a:extLst>
                    <a:ext uri="{9D8B030D-6E8A-4147-A177-3AD203B41FA5}">
                      <a16:colId xmlns:a16="http://schemas.microsoft.com/office/drawing/2014/main" val="2038889192"/>
                    </a:ext>
                  </a:extLst>
                </a:gridCol>
                <a:gridCol w="3300302">
                  <a:extLst>
                    <a:ext uri="{9D8B030D-6E8A-4147-A177-3AD203B41FA5}">
                      <a16:colId xmlns:a16="http://schemas.microsoft.com/office/drawing/2014/main" val="3064261009"/>
                    </a:ext>
                  </a:extLst>
                </a:gridCol>
              </a:tblGrid>
              <a:tr h="462533">
                <a:tc>
                  <a:txBody>
                    <a:bodyPr/>
                    <a:lstStyle/>
                    <a:p>
                      <a:pPr marL="0" algn="ctr" defTabSz="914400" rtl="0" eaLnBrk="1" latinLnBrk="0" hangingPunct="1">
                        <a:lnSpc>
                          <a:spcPct val="107000"/>
                        </a:lnSpc>
                        <a:spcAft>
                          <a:spcPts val="800"/>
                        </a:spcAft>
                        <a:buNone/>
                      </a:pPr>
                      <a:r>
                        <a:rPr lang="en-US" sz="1800" b="1" kern="100" dirty="0">
                          <a:solidFill>
                            <a:schemeClr val="lt1"/>
                          </a:solidFill>
                          <a:effectLst/>
                          <a:latin typeface="+mn-lt"/>
                          <a:ea typeface="+mn-ea"/>
                          <a:cs typeface="+mn-cs"/>
                        </a:rPr>
                        <a:t>Author (RE </a:t>
                      </a:r>
                      <a:r>
                        <a:rPr lang="en-US" sz="1800" b="1" kern="100" dirty="0" err="1">
                          <a:solidFill>
                            <a:schemeClr val="lt1"/>
                          </a:solidFill>
                          <a:effectLst/>
                          <a:latin typeface="+mn-lt"/>
                          <a:ea typeface="+mn-ea"/>
                          <a:cs typeface="+mn-cs"/>
                        </a:rPr>
                        <a:t>artikel</a:t>
                      </a:r>
                      <a:r>
                        <a:rPr lang="en-US" sz="1800" b="1" kern="100" dirty="0">
                          <a:solidFill>
                            <a:schemeClr val="lt1"/>
                          </a:solidFill>
                          <a:effectLst/>
                          <a:latin typeface="+mn-lt"/>
                          <a:ea typeface="+mn-ea"/>
                          <a:cs typeface="+mn-cs"/>
                        </a:rPr>
                        <a:t>)</a:t>
                      </a:r>
                    </a:p>
                  </a:txBody>
                  <a:tcPr marL="0" marR="0" marT="0" marB="0" anchor="ctr">
                    <a:solidFill>
                      <a:srgbClr val="1D8DB0"/>
                    </a:solidFill>
                  </a:tcPr>
                </a:tc>
                <a:tc>
                  <a:txBody>
                    <a:bodyPr/>
                    <a:lstStyle/>
                    <a:p>
                      <a:pPr marL="0" algn="ctr" defTabSz="914400" rtl="0" eaLnBrk="1" latinLnBrk="0" hangingPunct="1">
                        <a:lnSpc>
                          <a:spcPct val="107000"/>
                        </a:lnSpc>
                        <a:spcAft>
                          <a:spcPts val="800"/>
                        </a:spcAft>
                        <a:buNone/>
                      </a:pPr>
                      <a:r>
                        <a:rPr lang="en-US" sz="1800" b="1" kern="100" dirty="0">
                          <a:solidFill>
                            <a:schemeClr val="lt1"/>
                          </a:solidFill>
                          <a:effectLst/>
                        </a:rPr>
                        <a:t>Mentions</a:t>
                      </a:r>
                      <a:endParaRPr lang="en-US" sz="1800" b="1" kern="100" dirty="0">
                        <a:solidFill>
                          <a:schemeClr val="lt1"/>
                        </a:solidFill>
                        <a:effectLst/>
                        <a:latin typeface="+mn-lt"/>
                        <a:ea typeface="+mn-ea"/>
                        <a:cs typeface="+mn-cs"/>
                      </a:endParaRPr>
                    </a:p>
                  </a:txBody>
                  <a:tcPr marL="0" marR="0" marT="0" marB="0" anchor="ctr"/>
                </a:tc>
                <a:tc>
                  <a:txBody>
                    <a:bodyPr/>
                    <a:lstStyle/>
                    <a:p>
                      <a:pPr marL="0" algn="ctr" defTabSz="914400" rtl="0" eaLnBrk="1" latinLnBrk="0" hangingPunct="1">
                        <a:lnSpc>
                          <a:spcPct val="107000"/>
                        </a:lnSpc>
                        <a:spcAft>
                          <a:spcPts val="800"/>
                        </a:spcAft>
                        <a:buNone/>
                      </a:pPr>
                      <a:r>
                        <a:rPr lang="en-US" sz="1800" b="1" kern="100" dirty="0" err="1">
                          <a:solidFill>
                            <a:schemeClr val="lt1"/>
                          </a:solidFill>
                          <a:effectLst/>
                        </a:rPr>
                        <a:t>Volltext</a:t>
                      </a:r>
                      <a:r>
                        <a:rPr lang="en-US" sz="1800" b="1" kern="100" dirty="0">
                          <a:solidFill>
                            <a:schemeClr val="lt1"/>
                          </a:solidFill>
                          <a:effectLst/>
                        </a:rPr>
                        <a:t> in our local copy?</a:t>
                      </a:r>
                      <a:endParaRPr lang="en-US" sz="1800" b="1" kern="100" dirty="0">
                        <a:solidFill>
                          <a:schemeClr val="lt1"/>
                        </a:solidFill>
                        <a:effectLst/>
                        <a:latin typeface="+mn-lt"/>
                        <a:ea typeface="+mn-ea"/>
                        <a:cs typeface="+mn-cs"/>
                      </a:endParaRPr>
                    </a:p>
                  </a:txBody>
                  <a:tcPr marL="0" marR="0" marT="0" marB="0" anchor="ctr"/>
                </a:tc>
                <a:extLst>
                  <a:ext uri="{0D108BD9-81ED-4DB2-BD59-A6C34878D82A}">
                    <a16:rowId xmlns:a16="http://schemas.microsoft.com/office/drawing/2014/main" val="1410648660"/>
                  </a:ext>
                </a:extLst>
              </a:tr>
              <a:tr h="462533">
                <a:tc>
                  <a:txBody>
                    <a:bodyPr/>
                    <a:lstStyle/>
                    <a:p>
                      <a:pPr marL="0" algn="just" defTabSz="914400" rtl="0" eaLnBrk="1" latinLnBrk="0" hangingPunct="1">
                        <a:lnSpc>
                          <a:spcPct val="107000"/>
                        </a:lnSpc>
                        <a:spcAft>
                          <a:spcPts val="800"/>
                        </a:spcAft>
                        <a:buNone/>
                      </a:pPr>
                      <a:r>
                        <a:rPr lang="nl-BE" sz="1800" b="1" kern="100" dirty="0">
                          <a:solidFill>
                            <a:schemeClr val="lt1"/>
                          </a:solidFill>
                          <a:effectLst/>
                          <a:latin typeface="+mn-lt"/>
                          <a:ea typeface="+mn-ea"/>
                          <a:cs typeface="+mn-cs"/>
                        </a:rPr>
                        <a:t>Pythagoras 1</a:t>
                      </a:r>
                    </a:p>
                  </a:txBody>
                  <a:tcPr marL="0" marR="0" marT="0" marB="0" anchor="ctr">
                    <a:solidFill>
                      <a:srgbClr val="1D8DB0"/>
                    </a:solidFill>
                  </a:tcPr>
                </a:tc>
                <a:tc>
                  <a:txBody>
                    <a:bodyPr/>
                    <a:lstStyle/>
                    <a:p>
                      <a:pPr marL="0" algn="ctr" defTabSz="914400" rtl="0" eaLnBrk="1" latinLnBrk="0" hangingPunct="1">
                        <a:lnSpc>
                          <a:spcPct val="107000"/>
                        </a:lnSpc>
                        <a:spcAft>
                          <a:spcPts val="800"/>
                        </a:spcAft>
                        <a:buNone/>
                      </a:pPr>
                      <a:r>
                        <a:rPr lang="nl-BE" sz="1800" kern="100" dirty="0">
                          <a:solidFill>
                            <a:schemeClr val="dk1"/>
                          </a:solidFill>
                          <a:effectLst/>
                          <a:latin typeface="+mn-lt"/>
                          <a:ea typeface="+mn-ea"/>
                          <a:cs typeface="+mn-cs"/>
                        </a:rPr>
                        <a:t>104</a:t>
                      </a:r>
                    </a:p>
                  </a:txBody>
                  <a:tcPr marL="0" marR="0" marT="0" marB="0" anchor="ctr"/>
                </a:tc>
                <a:tc>
                  <a:txBody>
                    <a:bodyPr/>
                    <a:lstStyle/>
                    <a:p>
                      <a:pPr marL="0" algn="ctr" defTabSz="914400" rtl="0" eaLnBrk="1" latinLnBrk="0" hangingPunct="1">
                        <a:lnSpc>
                          <a:spcPct val="107000"/>
                        </a:lnSpc>
                        <a:spcAft>
                          <a:spcPts val="800"/>
                        </a:spcAft>
                        <a:buNone/>
                      </a:pPr>
                      <a:r>
                        <a:rPr lang="en-US" sz="1800" kern="100" dirty="0">
                          <a:solidFill>
                            <a:schemeClr val="dk1"/>
                          </a:solidFill>
                          <a:effectLst/>
                          <a:latin typeface="+mn-lt"/>
                          <a:ea typeface="+mn-ea"/>
                          <a:cs typeface="+mn-cs"/>
                        </a:rPr>
                        <a:t>No</a:t>
                      </a:r>
                    </a:p>
                  </a:txBody>
                  <a:tcPr marL="0" marR="0" marT="0" marB="0" anchor="ctr"/>
                </a:tc>
                <a:extLst>
                  <a:ext uri="{0D108BD9-81ED-4DB2-BD59-A6C34878D82A}">
                    <a16:rowId xmlns:a16="http://schemas.microsoft.com/office/drawing/2014/main" val="2245475774"/>
                  </a:ext>
                </a:extLst>
              </a:tr>
              <a:tr h="462533">
                <a:tc>
                  <a:txBody>
                    <a:bodyPr/>
                    <a:lstStyle/>
                    <a:p>
                      <a:pPr marL="0" algn="just" defTabSz="914400" rtl="0" eaLnBrk="1" latinLnBrk="0" hangingPunct="1">
                        <a:lnSpc>
                          <a:spcPct val="107000"/>
                        </a:lnSpc>
                        <a:spcAft>
                          <a:spcPts val="800"/>
                        </a:spcAft>
                        <a:buNone/>
                      </a:pPr>
                      <a:r>
                        <a:rPr lang="nl-BE" sz="1800" b="1" kern="100" dirty="0" err="1">
                          <a:solidFill>
                            <a:schemeClr val="lt1"/>
                          </a:solidFill>
                          <a:effectLst/>
                          <a:latin typeface="+mn-lt"/>
                          <a:ea typeface="+mn-ea"/>
                          <a:cs typeface="+mn-cs"/>
                        </a:rPr>
                        <a:t>Xenophon</a:t>
                      </a:r>
                      <a:r>
                        <a:rPr lang="nl-BE" sz="1800" b="1" kern="100" dirty="0">
                          <a:solidFill>
                            <a:schemeClr val="lt1"/>
                          </a:solidFill>
                          <a:effectLst/>
                          <a:latin typeface="+mn-lt"/>
                          <a:ea typeface="+mn-ea"/>
                          <a:cs typeface="+mn-cs"/>
                        </a:rPr>
                        <a:t> 6</a:t>
                      </a:r>
                    </a:p>
                  </a:txBody>
                  <a:tcPr marL="0" marR="0" marT="0" marB="0" anchor="ctr">
                    <a:solidFill>
                      <a:srgbClr val="1D8DB0"/>
                    </a:solidFill>
                  </a:tcPr>
                </a:tc>
                <a:tc>
                  <a:txBody>
                    <a:bodyPr/>
                    <a:lstStyle/>
                    <a:p>
                      <a:pPr marL="0" algn="ctr" defTabSz="914400" rtl="0" eaLnBrk="1" latinLnBrk="0" hangingPunct="1">
                        <a:lnSpc>
                          <a:spcPct val="107000"/>
                        </a:lnSpc>
                        <a:spcAft>
                          <a:spcPts val="800"/>
                        </a:spcAft>
                        <a:buNone/>
                      </a:pPr>
                      <a:r>
                        <a:rPr lang="nl-BE" sz="1800" kern="100">
                          <a:solidFill>
                            <a:schemeClr val="dk1"/>
                          </a:solidFill>
                          <a:effectLst/>
                          <a:latin typeface="+mn-lt"/>
                          <a:ea typeface="+mn-ea"/>
                          <a:cs typeface="+mn-cs"/>
                        </a:rPr>
                        <a:t>85</a:t>
                      </a:r>
                    </a:p>
                  </a:txBody>
                  <a:tcPr marL="0" marR="0" marT="0" marB="0" anchor="ctr"/>
                </a:tc>
                <a:tc>
                  <a:txBody>
                    <a:bodyPr/>
                    <a:lstStyle/>
                    <a:p>
                      <a:pPr marL="0" algn="ctr" defTabSz="914400" rtl="0" eaLnBrk="1" latinLnBrk="0" hangingPunct="1">
                        <a:lnSpc>
                          <a:spcPct val="107000"/>
                        </a:lnSpc>
                        <a:spcAft>
                          <a:spcPts val="800"/>
                        </a:spcAft>
                        <a:buNone/>
                      </a:pPr>
                      <a:r>
                        <a:rPr lang="en-US" sz="1800" kern="100" dirty="0">
                          <a:solidFill>
                            <a:schemeClr val="dk1"/>
                          </a:solidFill>
                          <a:effectLst/>
                          <a:latin typeface="+mn-lt"/>
                          <a:ea typeface="+mn-ea"/>
                          <a:cs typeface="+mn-cs"/>
                        </a:rPr>
                        <a:t>No</a:t>
                      </a:r>
                    </a:p>
                  </a:txBody>
                  <a:tcPr marL="0" marR="0" marT="0" marB="0" anchor="ctr"/>
                </a:tc>
                <a:extLst>
                  <a:ext uri="{0D108BD9-81ED-4DB2-BD59-A6C34878D82A}">
                    <a16:rowId xmlns:a16="http://schemas.microsoft.com/office/drawing/2014/main" val="3133344325"/>
                  </a:ext>
                </a:extLst>
              </a:tr>
              <a:tr h="462533">
                <a:tc>
                  <a:txBody>
                    <a:bodyPr/>
                    <a:lstStyle/>
                    <a:p>
                      <a:pPr marL="0" algn="just" defTabSz="914400" rtl="0" eaLnBrk="1" latinLnBrk="0" hangingPunct="1">
                        <a:lnSpc>
                          <a:spcPct val="107000"/>
                        </a:lnSpc>
                        <a:spcAft>
                          <a:spcPts val="800"/>
                        </a:spcAft>
                        <a:buNone/>
                      </a:pPr>
                      <a:r>
                        <a:rPr lang="nl-BE" sz="1800" b="1" kern="100" dirty="0" err="1">
                          <a:solidFill>
                            <a:schemeClr val="lt1"/>
                          </a:solidFill>
                          <a:effectLst/>
                          <a:latin typeface="+mn-lt"/>
                          <a:ea typeface="+mn-ea"/>
                          <a:cs typeface="+mn-cs"/>
                        </a:rPr>
                        <a:t>Thukydides</a:t>
                      </a:r>
                      <a:r>
                        <a:rPr lang="nl-BE" sz="1800" b="1" kern="100" dirty="0">
                          <a:solidFill>
                            <a:schemeClr val="lt1"/>
                          </a:solidFill>
                          <a:effectLst/>
                          <a:latin typeface="+mn-lt"/>
                          <a:ea typeface="+mn-ea"/>
                          <a:cs typeface="+mn-cs"/>
                        </a:rPr>
                        <a:t> 1 </a:t>
                      </a:r>
                    </a:p>
                  </a:txBody>
                  <a:tcPr marL="0" marR="0" marT="0" marB="0" anchor="ctr">
                    <a:solidFill>
                      <a:srgbClr val="1D8DB0"/>
                    </a:solidFill>
                  </a:tcPr>
                </a:tc>
                <a:tc>
                  <a:txBody>
                    <a:bodyPr/>
                    <a:lstStyle/>
                    <a:p>
                      <a:pPr marL="0" algn="ctr" defTabSz="914400" rtl="0" eaLnBrk="1" latinLnBrk="0" hangingPunct="1">
                        <a:lnSpc>
                          <a:spcPct val="107000"/>
                        </a:lnSpc>
                        <a:spcAft>
                          <a:spcPts val="800"/>
                        </a:spcAft>
                        <a:buNone/>
                      </a:pPr>
                      <a:r>
                        <a:rPr lang="en-US" sz="1800" kern="100">
                          <a:solidFill>
                            <a:schemeClr val="dk1"/>
                          </a:solidFill>
                          <a:effectLst/>
                          <a:latin typeface="+mn-lt"/>
                          <a:ea typeface="+mn-ea"/>
                          <a:cs typeface="+mn-cs"/>
                        </a:rPr>
                        <a:t>75</a:t>
                      </a:r>
                    </a:p>
                  </a:txBody>
                  <a:tcPr marL="0" marR="0" marT="0" marB="0" anchor="ctr"/>
                </a:tc>
                <a:tc>
                  <a:txBody>
                    <a:bodyPr/>
                    <a:lstStyle/>
                    <a:p>
                      <a:pPr marL="0" algn="ctr" defTabSz="914400" rtl="0" eaLnBrk="1" latinLnBrk="0" hangingPunct="1">
                        <a:lnSpc>
                          <a:spcPct val="107000"/>
                        </a:lnSpc>
                        <a:spcAft>
                          <a:spcPts val="800"/>
                        </a:spcAft>
                        <a:buNone/>
                      </a:pPr>
                      <a:r>
                        <a:rPr lang="en-US" sz="1800" kern="100" dirty="0">
                          <a:solidFill>
                            <a:schemeClr val="dk1"/>
                          </a:solidFill>
                          <a:effectLst/>
                          <a:latin typeface="+mn-lt"/>
                          <a:ea typeface="+mn-ea"/>
                          <a:cs typeface="+mn-cs"/>
                        </a:rPr>
                        <a:t>No</a:t>
                      </a:r>
                    </a:p>
                  </a:txBody>
                  <a:tcPr marL="0" marR="0" marT="0" marB="0" anchor="ctr"/>
                </a:tc>
                <a:extLst>
                  <a:ext uri="{0D108BD9-81ED-4DB2-BD59-A6C34878D82A}">
                    <a16:rowId xmlns:a16="http://schemas.microsoft.com/office/drawing/2014/main" val="3878953478"/>
                  </a:ext>
                </a:extLst>
              </a:tr>
              <a:tr h="462533">
                <a:tc>
                  <a:txBody>
                    <a:bodyPr/>
                    <a:lstStyle/>
                    <a:p>
                      <a:pPr marL="0" algn="just" defTabSz="914400" rtl="0" eaLnBrk="1" latinLnBrk="0" hangingPunct="1">
                        <a:lnSpc>
                          <a:spcPct val="107000"/>
                        </a:lnSpc>
                        <a:spcAft>
                          <a:spcPts val="800"/>
                        </a:spcAft>
                        <a:buNone/>
                      </a:pPr>
                      <a:r>
                        <a:rPr lang="nl-BE" sz="1800" b="1" kern="100" dirty="0" err="1">
                          <a:solidFill>
                            <a:schemeClr val="lt1"/>
                          </a:solidFill>
                          <a:effectLst/>
                          <a:latin typeface="+mn-lt"/>
                          <a:ea typeface="+mn-ea"/>
                          <a:cs typeface="+mn-cs"/>
                        </a:rPr>
                        <a:t>Homeros</a:t>
                      </a:r>
                      <a:r>
                        <a:rPr lang="nl-BE" sz="1800" b="1" kern="100" dirty="0">
                          <a:solidFill>
                            <a:schemeClr val="lt1"/>
                          </a:solidFill>
                          <a:effectLst/>
                          <a:latin typeface="+mn-lt"/>
                          <a:ea typeface="+mn-ea"/>
                          <a:cs typeface="+mn-cs"/>
                        </a:rPr>
                        <a:t> 1 </a:t>
                      </a:r>
                    </a:p>
                  </a:txBody>
                  <a:tcPr marL="0" marR="0" marT="0" marB="0" anchor="ctr">
                    <a:solidFill>
                      <a:srgbClr val="1D8DB0"/>
                    </a:solidFill>
                  </a:tcPr>
                </a:tc>
                <a:tc>
                  <a:txBody>
                    <a:bodyPr/>
                    <a:lstStyle/>
                    <a:p>
                      <a:pPr marL="0" algn="ctr" defTabSz="914400" rtl="0" eaLnBrk="1" latinLnBrk="0" hangingPunct="1">
                        <a:lnSpc>
                          <a:spcPct val="107000"/>
                        </a:lnSpc>
                        <a:spcAft>
                          <a:spcPts val="800"/>
                        </a:spcAft>
                        <a:buNone/>
                      </a:pPr>
                      <a:r>
                        <a:rPr lang="en-US" sz="1800" kern="100">
                          <a:solidFill>
                            <a:schemeClr val="dk1"/>
                          </a:solidFill>
                          <a:effectLst/>
                          <a:latin typeface="+mn-lt"/>
                          <a:ea typeface="+mn-ea"/>
                          <a:cs typeface="+mn-cs"/>
                        </a:rPr>
                        <a:t>58</a:t>
                      </a:r>
                    </a:p>
                  </a:txBody>
                  <a:tcPr marL="0" marR="0" marT="0" marB="0" anchor="ctr"/>
                </a:tc>
                <a:tc>
                  <a:txBody>
                    <a:bodyPr/>
                    <a:lstStyle/>
                    <a:p>
                      <a:pPr marL="0" algn="ctr" defTabSz="914400" rtl="0" eaLnBrk="1" latinLnBrk="0" hangingPunct="1">
                        <a:lnSpc>
                          <a:spcPct val="107000"/>
                        </a:lnSpc>
                        <a:spcAft>
                          <a:spcPts val="800"/>
                        </a:spcAft>
                        <a:buNone/>
                      </a:pPr>
                      <a:r>
                        <a:rPr lang="en-US" sz="1800" kern="100" dirty="0">
                          <a:solidFill>
                            <a:schemeClr val="dk1"/>
                          </a:solidFill>
                          <a:effectLst/>
                          <a:latin typeface="+mn-lt"/>
                          <a:ea typeface="+mn-ea"/>
                          <a:cs typeface="+mn-cs"/>
                        </a:rPr>
                        <a:t>No</a:t>
                      </a:r>
                    </a:p>
                  </a:txBody>
                  <a:tcPr marL="0" marR="0" marT="0" marB="0" anchor="ctr"/>
                </a:tc>
                <a:extLst>
                  <a:ext uri="{0D108BD9-81ED-4DB2-BD59-A6C34878D82A}">
                    <a16:rowId xmlns:a16="http://schemas.microsoft.com/office/drawing/2014/main" val="1634729940"/>
                  </a:ext>
                </a:extLst>
              </a:tr>
              <a:tr h="462533">
                <a:tc>
                  <a:txBody>
                    <a:bodyPr/>
                    <a:lstStyle/>
                    <a:p>
                      <a:pPr marL="0" algn="just" defTabSz="914400" rtl="0" eaLnBrk="1" latinLnBrk="0" hangingPunct="1">
                        <a:lnSpc>
                          <a:spcPct val="107000"/>
                        </a:lnSpc>
                        <a:spcAft>
                          <a:spcPts val="800"/>
                        </a:spcAft>
                        <a:buNone/>
                      </a:pPr>
                      <a:r>
                        <a:rPr lang="nl-BE" sz="1800" b="1" kern="100" dirty="0">
                          <a:solidFill>
                            <a:schemeClr val="lt1"/>
                          </a:solidFill>
                          <a:effectLst/>
                          <a:latin typeface="+mn-lt"/>
                          <a:ea typeface="+mn-ea"/>
                          <a:cs typeface="+mn-cs"/>
                        </a:rPr>
                        <a:t>Herodotos 7 </a:t>
                      </a:r>
                    </a:p>
                  </a:txBody>
                  <a:tcPr marL="0" marR="0" marT="0" marB="0" anchor="ctr">
                    <a:solidFill>
                      <a:srgbClr val="1D8DB0"/>
                    </a:solidFill>
                  </a:tcPr>
                </a:tc>
                <a:tc>
                  <a:txBody>
                    <a:bodyPr/>
                    <a:lstStyle/>
                    <a:p>
                      <a:pPr marL="0" algn="ctr" defTabSz="914400" rtl="0" eaLnBrk="1" latinLnBrk="0" hangingPunct="1">
                        <a:lnSpc>
                          <a:spcPct val="107000"/>
                        </a:lnSpc>
                        <a:spcAft>
                          <a:spcPts val="800"/>
                        </a:spcAft>
                        <a:buNone/>
                      </a:pPr>
                      <a:r>
                        <a:rPr lang="en-US" sz="1800" kern="100">
                          <a:solidFill>
                            <a:schemeClr val="dk1"/>
                          </a:solidFill>
                          <a:effectLst/>
                          <a:latin typeface="+mn-lt"/>
                          <a:ea typeface="+mn-ea"/>
                          <a:cs typeface="+mn-cs"/>
                        </a:rPr>
                        <a:t>50</a:t>
                      </a:r>
                    </a:p>
                  </a:txBody>
                  <a:tcPr marL="0" marR="0" marT="0" marB="0" anchor="ctr"/>
                </a:tc>
                <a:tc>
                  <a:txBody>
                    <a:bodyPr/>
                    <a:lstStyle/>
                    <a:p>
                      <a:pPr marL="0" algn="ctr" defTabSz="914400" rtl="0" eaLnBrk="1" latinLnBrk="0" hangingPunct="1">
                        <a:lnSpc>
                          <a:spcPct val="107000"/>
                        </a:lnSpc>
                        <a:spcAft>
                          <a:spcPts val="800"/>
                        </a:spcAft>
                        <a:buNone/>
                      </a:pPr>
                      <a:r>
                        <a:rPr lang="en-US" sz="1800" kern="100" dirty="0">
                          <a:solidFill>
                            <a:schemeClr val="dk1"/>
                          </a:solidFill>
                          <a:effectLst/>
                          <a:latin typeface="+mn-lt"/>
                          <a:ea typeface="+mn-ea"/>
                          <a:cs typeface="+mn-cs"/>
                        </a:rPr>
                        <a:t>No</a:t>
                      </a:r>
                    </a:p>
                  </a:txBody>
                  <a:tcPr marL="0" marR="0" marT="0" marB="0" anchor="ctr"/>
                </a:tc>
                <a:extLst>
                  <a:ext uri="{0D108BD9-81ED-4DB2-BD59-A6C34878D82A}">
                    <a16:rowId xmlns:a16="http://schemas.microsoft.com/office/drawing/2014/main" val="1889700593"/>
                  </a:ext>
                </a:extLst>
              </a:tr>
              <a:tr h="462533">
                <a:tc>
                  <a:txBody>
                    <a:bodyPr/>
                    <a:lstStyle/>
                    <a:p>
                      <a:pPr marL="0" algn="just" defTabSz="914400" rtl="0" eaLnBrk="1" latinLnBrk="0" hangingPunct="1">
                        <a:lnSpc>
                          <a:spcPct val="107000"/>
                        </a:lnSpc>
                        <a:spcAft>
                          <a:spcPts val="800"/>
                        </a:spcAft>
                        <a:buNone/>
                      </a:pPr>
                      <a:r>
                        <a:rPr lang="nl-BE" sz="1800" b="1" kern="100" dirty="0">
                          <a:solidFill>
                            <a:schemeClr val="lt1"/>
                          </a:solidFill>
                          <a:effectLst/>
                          <a:latin typeface="+mn-lt"/>
                          <a:ea typeface="+mn-ea"/>
                          <a:cs typeface="+mn-cs"/>
                        </a:rPr>
                        <a:t>Hippokrates 16 </a:t>
                      </a:r>
                    </a:p>
                  </a:txBody>
                  <a:tcPr marL="0" marR="0" marT="0" marB="0" anchor="ctr">
                    <a:solidFill>
                      <a:srgbClr val="1D8DB0"/>
                    </a:solidFill>
                  </a:tcPr>
                </a:tc>
                <a:tc>
                  <a:txBody>
                    <a:bodyPr/>
                    <a:lstStyle/>
                    <a:p>
                      <a:pPr marL="0" algn="ctr" defTabSz="914400" rtl="0" eaLnBrk="1" latinLnBrk="0" hangingPunct="1">
                        <a:lnSpc>
                          <a:spcPct val="107000"/>
                        </a:lnSpc>
                        <a:spcAft>
                          <a:spcPts val="800"/>
                        </a:spcAft>
                        <a:buNone/>
                      </a:pPr>
                      <a:r>
                        <a:rPr lang="en-US" sz="1800" kern="100" dirty="0">
                          <a:solidFill>
                            <a:schemeClr val="dk1"/>
                          </a:solidFill>
                          <a:effectLst/>
                          <a:latin typeface="+mn-lt"/>
                          <a:ea typeface="+mn-ea"/>
                          <a:cs typeface="+mn-cs"/>
                        </a:rPr>
                        <a:t>17</a:t>
                      </a:r>
                    </a:p>
                  </a:txBody>
                  <a:tcPr marL="0" marR="0" marT="0" marB="0" anchor="ctr"/>
                </a:tc>
                <a:tc>
                  <a:txBody>
                    <a:bodyPr/>
                    <a:lstStyle/>
                    <a:p>
                      <a:pPr marL="0" algn="ctr" defTabSz="914400" rtl="0" eaLnBrk="1" latinLnBrk="0" hangingPunct="1">
                        <a:lnSpc>
                          <a:spcPct val="107000"/>
                        </a:lnSpc>
                        <a:spcAft>
                          <a:spcPts val="800"/>
                        </a:spcAft>
                        <a:buNone/>
                      </a:pPr>
                      <a:r>
                        <a:rPr lang="en-US" sz="1800" kern="100" dirty="0">
                          <a:solidFill>
                            <a:schemeClr val="dk1"/>
                          </a:solidFill>
                          <a:effectLst/>
                          <a:latin typeface="+mn-lt"/>
                          <a:ea typeface="+mn-ea"/>
                          <a:cs typeface="+mn-cs"/>
                        </a:rPr>
                        <a:t>No</a:t>
                      </a:r>
                    </a:p>
                  </a:txBody>
                  <a:tcPr marL="0" marR="0" marT="0" marB="0" anchor="ctr"/>
                </a:tc>
                <a:extLst>
                  <a:ext uri="{0D108BD9-81ED-4DB2-BD59-A6C34878D82A}">
                    <a16:rowId xmlns:a16="http://schemas.microsoft.com/office/drawing/2014/main" val="3682485345"/>
                  </a:ext>
                </a:extLst>
              </a:tr>
              <a:tr h="462533">
                <a:tc>
                  <a:txBody>
                    <a:bodyPr/>
                    <a:lstStyle/>
                    <a:p>
                      <a:pPr marL="0" algn="just" defTabSz="914400" rtl="0" eaLnBrk="1" latinLnBrk="0" hangingPunct="1">
                        <a:lnSpc>
                          <a:spcPct val="107000"/>
                        </a:lnSpc>
                        <a:spcAft>
                          <a:spcPts val="800"/>
                        </a:spcAft>
                        <a:buNone/>
                      </a:pPr>
                      <a:r>
                        <a:rPr lang="nl-BE" sz="1800" b="1" kern="100" dirty="0" err="1">
                          <a:solidFill>
                            <a:schemeClr val="lt1"/>
                          </a:solidFill>
                          <a:effectLst/>
                          <a:latin typeface="+mn-lt"/>
                          <a:ea typeface="+mn-ea"/>
                          <a:cs typeface="+mn-cs"/>
                        </a:rPr>
                        <a:t>Hesiodos</a:t>
                      </a:r>
                      <a:r>
                        <a:rPr lang="nl-BE" sz="1800" b="1" kern="100" dirty="0">
                          <a:solidFill>
                            <a:schemeClr val="lt1"/>
                          </a:solidFill>
                          <a:effectLst/>
                          <a:latin typeface="+mn-lt"/>
                          <a:ea typeface="+mn-ea"/>
                          <a:cs typeface="+mn-cs"/>
                        </a:rPr>
                        <a:t> </a:t>
                      </a:r>
                    </a:p>
                  </a:txBody>
                  <a:tcPr marL="0" marR="0" marT="0" marB="0" anchor="ctr">
                    <a:solidFill>
                      <a:srgbClr val="1D8DB0"/>
                    </a:solidFill>
                  </a:tcPr>
                </a:tc>
                <a:tc>
                  <a:txBody>
                    <a:bodyPr/>
                    <a:lstStyle/>
                    <a:p>
                      <a:pPr marL="0" algn="ctr" defTabSz="914400" rtl="0" eaLnBrk="1" latinLnBrk="0" hangingPunct="1">
                        <a:lnSpc>
                          <a:spcPct val="107000"/>
                        </a:lnSpc>
                        <a:spcAft>
                          <a:spcPts val="800"/>
                        </a:spcAft>
                        <a:buNone/>
                      </a:pPr>
                      <a:r>
                        <a:rPr lang="en-US" sz="1800" kern="100">
                          <a:solidFill>
                            <a:schemeClr val="dk1"/>
                          </a:solidFill>
                          <a:effectLst/>
                          <a:latin typeface="+mn-lt"/>
                          <a:ea typeface="+mn-ea"/>
                          <a:cs typeface="+mn-cs"/>
                        </a:rPr>
                        <a:t>7</a:t>
                      </a:r>
                    </a:p>
                  </a:txBody>
                  <a:tcPr marL="0" marR="0" marT="0" marB="0" anchor="ctr"/>
                </a:tc>
                <a:tc>
                  <a:txBody>
                    <a:bodyPr/>
                    <a:lstStyle/>
                    <a:p>
                      <a:pPr marL="0" algn="ctr" defTabSz="914400" rtl="0" eaLnBrk="1" latinLnBrk="0" hangingPunct="1">
                        <a:lnSpc>
                          <a:spcPct val="107000"/>
                        </a:lnSpc>
                        <a:spcAft>
                          <a:spcPts val="800"/>
                        </a:spcAft>
                        <a:buNone/>
                      </a:pPr>
                      <a:r>
                        <a:rPr lang="en-US" sz="1800" kern="100" dirty="0">
                          <a:solidFill>
                            <a:schemeClr val="dk1"/>
                          </a:solidFill>
                          <a:effectLst/>
                          <a:latin typeface="+mn-lt"/>
                          <a:ea typeface="+mn-ea"/>
                          <a:cs typeface="+mn-cs"/>
                        </a:rPr>
                        <a:t>Yes</a:t>
                      </a:r>
                    </a:p>
                  </a:txBody>
                  <a:tcPr marL="0" marR="0" marT="0" marB="0" anchor="ctr"/>
                </a:tc>
                <a:extLst>
                  <a:ext uri="{0D108BD9-81ED-4DB2-BD59-A6C34878D82A}">
                    <a16:rowId xmlns:a16="http://schemas.microsoft.com/office/drawing/2014/main" val="2241701020"/>
                  </a:ext>
                </a:extLst>
              </a:tr>
            </a:tbl>
          </a:graphicData>
        </a:graphic>
      </p:graphicFrame>
    </p:spTree>
    <p:extLst>
      <p:ext uri="{BB962C8B-B14F-4D97-AF65-F5344CB8AC3E}">
        <p14:creationId xmlns:p14="http://schemas.microsoft.com/office/powerpoint/2010/main" val="27501528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FD6BA2-1263-E24E-7358-89974EF5F570}"/>
            </a:ext>
          </a:extLst>
        </p:cNvPr>
        <p:cNvGrpSpPr/>
        <p:nvPr/>
      </p:nvGrpSpPr>
      <p:grpSpPr>
        <a:xfrm>
          <a:off x="0" y="0"/>
          <a:ext cx="0" cy="0"/>
          <a:chOff x="0" y="0"/>
          <a:chExt cx="0" cy="0"/>
        </a:xfrm>
      </p:grpSpPr>
      <p:sp>
        <p:nvSpPr>
          <p:cNvPr id="3" name="Tijdelijke aanduiding voor datum 2">
            <a:extLst>
              <a:ext uri="{FF2B5EF4-FFF2-40B4-BE49-F238E27FC236}">
                <a16:creationId xmlns:a16="http://schemas.microsoft.com/office/drawing/2014/main" id="{786EA30F-FE1A-CA84-BD20-B22B99EF0AFC}"/>
              </a:ext>
            </a:extLst>
          </p:cNvPr>
          <p:cNvSpPr>
            <a:spLocks noGrp="1"/>
          </p:cNvSpPr>
          <p:nvPr>
            <p:ph type="dt" sz="half" idx="10"/>
          </p:nvPr>
        </p:nvSpPr>
        <p:spPr/>
        <p:txBody>
          <a:bodyPr/>
          <a:lstStyle/>
          <a:p>
            <a:r>
              <a:rPr lang="nl-BE"/>
              <a:t>04/06/2025</a:t>
            </a:r>
            <a:endParaRPr lang="nl-NL"/>
          </a:p>
        </p:txBody>
      </p:sp>
      <p:sp>
        <p:nvSpPr>
          <p:cNvPr id="4" name="Tijdelijke aanduiding voor voettekst 3">
            <a:extLst>
              <a:ext uri="{FF2B5EF4-FFF2-40B4-BE49-F238E27FC236}">
                <a16:creationId xmlns:a16="http://schemas.microsoft.com/office/drawing/2014/main" id="{7FCAE5D9-4A00-F5D8-B665-BD4E22BF5BC6}"/>
              </a:ext>
            </a:extLst>
          </p:cNvPr>
          <p:cNvSpPr>
            <a:spLocks noGrp="1"/>
          </p:cNvSpPr>
          <p:nvPr>
            <p:ph type="ftr" sz="quarter" idx="11"/>
          </p:nvPr>
        </p:nvSpPr>
        <p:spPr/>
        <p:txBody>
          <a:bodyPr/>
          <a:lstStyle/>
          <a:p>
            <a:r>
              <a:rPr lang="nl-NL"/>
              <a:t>NIKAW</a:t>
            </a:r>
          </a:p>
        </p:txBody>
      </p:sp>
      <p:sp>
        <p:nvSpPr>
          <p:cNvPr id="5" name="Tijdelijke aanduiding voor dianummer 4">
            <a:extLst>
              <a:ext uri="{FF2B5EF4-FFF2-40B4-BE49-F238E27FC236}">
                <a16:creationId xmlns:a16="http://schemas.microsoft.com/office/drawing/2014/main" id="{AC7EA72D-764E-A5E5-27A1-11E933E4980D}"/>
              </a:ext>
            </a:extLst>
          </p:cNvPr>
          <p:cNvSpPr>
            <a:spLocks noGrp="1"/>
          </p:cNvSpPr>
          <p:nvPr>
            <p:ph type="sldNum" sz="quarter" idx="12"/>
          </p:nvPr>
        </p:nvSpPr>
        <p:spPr/>
        <p:txBody>
          <a:bodyPr/>
          <a:lstStyle/>
          <a:p>
            <a:fld id="{0A297500-7527-634B-90F4-69D0994C32B4}" type="slidenum">
              <a:rPr lang="nl-NL" smtClean="0"/>
              <a:t>8</a:t>
            </a:fld>
            <a:endParaRPr lang="nl-NL"/>
          </a:p>
        </p:txBody>
      </p:sp>
      <p:sp>
        <p:nvSpPr>
          <p:cNvPr id="6" name="Titel 5">
            <a:extLst>
              <a:ext uri="{FF2B5EF4-FFF2-40B4-BE49-F238E27FC236}">
                <a16:creationId xmlns:a16="http://schemas.microsoft.com/office/drawing/2014/main" id="{FBFF68A1-F170-762E-5AEC-C33E8BFF257D}"/>
              </a:ext>
            </a:extLst>
          </p:cNvPr>
          <p:cNvSpPr>
            <a:spLocks noGrp="1"/>
          </p:cNvSpPr>
          <p:nvPr>
            <p:ph type="title"/>
          </p:nvPr>
        </p:nvSpPr>
        <p:spPr/>
        <p:txBody>
          <a:bodyPr/>
          <a:lstStyle/>
          <a:p>
            <a:r>
              <a:rPr lang="en-US" cap="small" dirty="0">
                <a:latin typeface="Arial"/>
                <a:cs typeface="Arial"/>
              </a:rPr>
              <a:t>Silver Data Pipeline</a:t>
            </a:r>
          </a:p>
        </p:txBody>
      </p:sp>
      <p:pic>
        <p:nvPicPr>
          <p:cNvPr id="9" name="Content Placeholder 8">
            <a:extLst>
              <a:ext uri="{FF2B5EF4-FFF2-40B4-BE49-F238E27FC236}">
                <a16:creationId xmlns:a16="http://schemas.microsoft.com/office/drawing/2014/main" id="{D2BDBC95-6282-761F-73D2-F8FE44315949}"/>
              </a:ext>
            </a:extLst>
          </p:cNvPr>
          <p:cNvPicPr>
            <a:picLocks noGrp="1" noChangeAspect="1"/>
          </p:cNvPicPr>
          <p:nvPr>
            <p:ph idx="1"/>
          </p:nvPr>
        </p:nvPicPr>
        <p:blipFill>
          <a:blip r:embed="rId3"/>
          <a:stretch>
            <a:fillRect/>
          </a:stretch>
        </p:blipFill>
        <p:spPr>
          <a:xfrm>
            <a:off x="479018" y="1708619"/>
            <a:ext cx="11235163" cy="3582907"/>
          </a:xfrm>
        </p:spPr>
      </p:pic>
    </p:spTree>
    <p:extLst>
      <p:ext uri="{BB962C8B-B14F-4D97-AF65-F5344CB8AC3E}">
        <p14:creationId xmlns:p14="http://schemas.microsoft.com/office/powerpoint/2010/main" val="20482298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722763-9A1C-100C-5A63-62C1737ED05A}"/>
            </a:ext>
          </a:extLst>
        </p:cNvPr>
        <p:cNvGrpSpPr/>
        <p:nvPr/>
      </p:nvGrpSpPr>
      <p:grpSpPr>
        <a:xfrm>
          <a:off x="0" y="0"/>
          <a:ext cx="0" cy="0"/>
          <a:chOff x="0" y="0"/>
          <a:chExt cx="0" cy="0"/>
        </a:xfrm>
      </p:grpSpPr>
      <p:sp>
        <p:nvSpPr>
          <p:cNvPr id="3" name="Tijdelijke aanduiding voor datum 2">
            <a:extLst>
              <a:ext uri="{FF2B5EF4-FFF2-40B4-BE49-F238E27FC236}">
                <a16:creationId xmlns:a16="http://schemas.microsoft.com/office/drawing/2014/main" id="{E1BAF55E-49B0-F27A-D390-4CBCC4BD74D9}"/>
              </a:ext>
            </a:extLst>
          </p:cNvPr>
          <p:cNvSpPr>
            <a:spLocks noGrp="1"/>
          </p:cNvSpPr>
          <p:nvPr>
            <p:ph type="dt" sz="half" idx="10"/>
          </p:nvPr>
        </p:nvSpPr>
        <p:spPr/>
        <p:txBody>
          <a:bodyPr/>
          <a:lstStyle/>
          <a:p>
            <a:r>
              <a:rPr lang="nl-BE"/>
              <a:t>04/06/2025</a:t>
            </a:r>
            <a:endParaRPr lang="nl-NL"/>
          </a:p>
        </p:txBody>
      </p:sp>
      <p:sp>
        <p:nvSpPr>
          <p:cNvPr id="4" name="Tijdelijke aanduiding voor voettekst 3">
            <a:extLst>
              <a:ext uri="{FF2B5EF4-FFF2-40B4-BE49-F238E27FC236}">
                <a16:creationId xmlns:a16="http://schemas.microsoft.com/office/drawing/2014/main" id="{8DCA7B50-B2CF-648A-4185-D0F67EAAD3D5}"/>
              </a:ext>
            </a:extLst>
          </p:cNvPr>
          <p:cNvSpPr>
            <a:spLocks noGrp="1"/>
          </p:cNvSpPr>
          <p:nvPr>
            <p:ph type="ftr" sz="quarter" idx="11"/>
          </p:nvPr>
        </p:nvSpPr>
        <p:spPr/>
        <p:txBody>
          <a:bodyPr/>
          <a:lstStyle/>
          <a:p>
            <a:r>
              <a:rPr lang="nl-NL"/>
              <a:t>NIKAW</a:t>
            </a:r>
          </a:p>
        </p:txBody>
      </p:sp>
      <p:sp>
        <p:nvSpPr>
          <p:cNvPr id="5" name="Tijdelijke aanduiding voor dianummer 4">
            <a:extLst>
              <a:ext uri="{FF2B5EF4-FFF2-40B4-BE49-F238E27FC236}">
                <a16:creationId xmlns:a16="http://schemas.microsoft.com/office/drawing/2014/main" id="{8AF0940A-8F96-9AB5-52DE-C2F11629B71C}"/>
              </a:ext>
            </a:extLst>
          </p:cNvPr>
          <p:cNvSpPr>
            <a:spLocks noGrp="1"/>
          </p:cNvSpPr>
          <p:nvPr>
            <p:ph type="sldNum" sz="quarter" idx="12"/>
          </p:nvPr>
        </p:nvSpPr>
        <p:spPr/>
        <p:txBody>
          <a:bodyPr/>
          <a:lstStyle/>
          <a:p>
            <a:fld id="{0A297500-7527-634B-90F4-69D0994C32B4}" type="slidenum">
              <a:rPr lang="nl-NL" smtClean="0"/>
              <a:t>9</a:t>
            </a:fld>
            <a:endParaRPr lang="nl-NL"/>
          </a:p>
        </p:txBody>
      </p:sp>
      <p:sp>
        <p:nvSpPr>
          <p:cNvPr id="6" name="Titel 5">
            <a:extLst>
              <a:ext uri="{FF2B5EF4-FFF2-40B4-BE49-F238E27FC236}">
                <a16:creationId xmlns:a16="http://schemas.microsoft.com/office/drawing/2014/main" id="{3570A0B5-9C9C-26EE-EEE0-277CFDC22630}"/>
              </a:ext>
            </a:extLst>
          </p:cNvPr>
          <p:cNvSpPr>
            <a:spLocks noGrp="1"/>
          </p:cNvSpPr>
          <p:nvPr>
            <p:ph type="title"/>
          </p:nvPr>
        </p:nvSpPr>
        <p:spPr/>
        <p:txBody>
          <a:bodyPr/>
          <a:lstStyle/>
          <a:p>
            <a:r>
              <a:rPr lang="en-US" cap="small" dirty="0">
                <a:latin typeface="Arial"/>
                <a:cs typeface="Arial"/>
              </a:rPr>
              <a:t>Silver Data Pipeline</a:t>
            </a:r>
          </a:p>
        </p:txBody>
      </p:sp>
      <p:sp>
        <p:nvSpPr>
          <p:cNvPr id="7" name="Content Placeholder 6">
            <a:extLst>
              <a:ext uri="{FF2B5EF4-FFF2-40B4-BE49-F238E27FC236}">
                <a16:creationId xmlns:a16="http://schemas.microsoft.com/office/drawing/2014/main" id="{403FB993-B8B2-5BCB-7495-44A196FF642A}"/>
              </a:ext>
            </a:extLst>
          </p:cNvPr>
          <p:cNvSpPr>
            <a:spLocks noGrp="1"/>
          </p:cNvSpPr>
          <p:nvPr>
            <p:ph idx="1"/>
          </p:nvPr>
        </p:nvSpPr>
        <p:spPr>
          <a:xfrm>
            <a:off x="513000" y="1321571"/>
            <a:ext cx="11041200" cy="4464000"/>
          </a:xfrm>
        </p:spPr>
        <p:txBody>
          <a:bodyPr/>
          <a:lstStyle/>
          <a:p>
            <a:r>
              <a:rPr lang="en-US" dirty="0"/>
              <a:t>Loss of datapoints throughout </a:t>
            </a:r>
          </a:p>
          <a:p>
            <a:r>
              <a:rPr lang="en-US" dirty="0"/>
              <a:t>Exact relevant passage often not found</a:t>
            </a:r>
          </a:p>
          <a:p>
            <a:pPr lvl="1"/>
            <a:r>
              <a:rPr lang="en-US" dirty="0"/>
              <a:t>In that case: look for lemma </a:t>
            </a:r>
            <a:r>
              <a:rPr lang="en-US" dirty="0">
                <a:solidFill>
                  <a:srgbClr val="FF0000"/>
                </a:solidFill>
              </a:rPr>
              <a:t>in the entire text</a:t>
            </a:r>
          </a:p>
          <a:p>
            <a:pPr lvl="1"/>
            <a:r>
              <a:rPr lang="en-US" dirty="0"/>
              <a:t>If lemma occurs more </a:t>
            </a:r>
            <a:r>
              <a:rPr lang="en-US" dirty="0">
                <a:solidFill>
                  <a:srgbClr val="FF0000"/>
                </a:solidFill>
              </a:rPr>
              <a:t>than 50 times; drop datapoint</a:t>
            </a:r>
          </a:p>
          <a:p>
            <a:endParaRPr lang="nl-BE" dirty="0"/>
          </a:p>
        </p:txBody>
      </p:sp>
    </p:spTree>
    <p:extLst>
      <p:ext uri="{BB962C8B-B14F-4D97-AF65-F5344CB8AC3E}">
        <p14:creationId xmlns:p14="http://schemas.microsoft.com/office/powerpoint/2010/main" val="4025744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879E45-6D81-3DF1-57BC-722549EB4B52}"/>
            </a:ext>
          </a:extLst>
        </p:cNvPr>
        <p:cNvGrpSpPr/>
        <p:nvPr/>
      </p:nvGrpSpPr>
      <p:grpSpPr>
        <a:xfrm>
          <a:off x="0" y="0"/>
          <a:ext cx="0" cy="0"/>
          <a:chOff x="0" y="0"/>
          <a:chExt cx="0" cy="0"/>
        </a:xfrm>
      </p:grpSpPr>
      <p:sp>
        <p:nvSpPr>
          <p:cNvPr id="3" name="Tijdelijke aanduiding voor datum 2">
            <a:extLst>
              <a:ext uri="{FF2B5EF4-FFF2-40B4-BE49-F238E27FC236}">
                <a16:creationId xmlns:a16="http://schemas.microsoft.com/office/drawing/2014/main" id="{721C3710-3346-F7EC-182A-7B162FD4C7D7}"/>
              </a:ext>
            </a:extLst>
          </p:cNvPr>
          <p:cNvSpPr>
            <a:spLocks noGrp="1"/>
          </p:cNvSpPr>
          <p:nvPr>
            <p:ph type="dt" sz="half" idx="10"/>
          </p:nvPr>
        </p:nvSpPr>
        <p:spPr/>
        <p:txBody>
          <a:bodyPr/>
          <a:lstStyle/>
          <a:p>
            <a:r>
              <a:rPr lang="nl-BE"/>
              <a:t>04/06/2025</a:t>
            </a:r>
            <a:endParaRPr lang="nl-NL"/>
          </a:p>
        </p:txBody>
      </p:sp>
      <p:sp>
        <p:nvSpPr>
          <p:cNvPr id="4" name="Tijdelijke aanduiding voor voettekst 3">
            <a:extLst>
              <a:ext uri="{FF2B5EF4-FFF2-40B4-BE49-F238E27FC236}">
                <a16:creationId xmlns:a16="http://schemas.microsoft.com/office/drawing/2014/main" id="{1D6AF9F5-046F-0469-0B7B-1AC07BB185EF}"/>
              </a:ext>
            </a:extLst>
          </p:cNvPr>
          <p:cNvSpPr>
            <a:spLocks noGrp="1"/>
          </p:cNvSpPr>
          <p:nvPr>
            <p:ph type="ftr" sz="quarter" idx="11"/>
          </p:nvPr>
        </p:nvSpPr>
        <p:spPr/>
        <p:txBody>
          <a:bodyPr/>
          <a:lstStyle/>
          <a:p>
            <a:r>
              <a:rPr lang="nl-NL"/>
              <a:t>NIKAW</a:t>
            </a:r>
          </a:p>
        </p:txBody>
      </p:sp>
      <p:sp>
        <p:nvSpPr>
          <p:cNvPr id="5" name="Tijdelijke aanduiding voor dianummer 4">
            <a:extLst>
              <a:ext uri="{FF2B5EF4-FFF2-40B4-BE49-F238E27FC236}">
                <a16:creationId xmlns:a16="http://schemas.microsoft.com/office/drawing/2014/main" id="{94FF84AF-1A09-FCC9-27A7-243A97BD6C59}"/>
              </a:ext>
            </a:extLst>
          </p:cNvPr>
          <p:cNvSpPr>
            <a:spLocks noGrp="1"/>
          </p:cNvSpPr>
          <p:nvPr>
            <p:ph type="sldNum" sz="quarter" idx="12"/>
          </p:nvPr>
        </p:nvSpPr>
        <p:spPr/>
        <p:txBody>
          <a:bodyPr/>
          <a:lstStyle/>
          <a:p>
            <a:fld id="{0A297500-7527-634B-90F4-69D0994C32B4}" type="slidenum">
              <a:rPr lang="nl-NL" smtClean="0"/>
              <a:t>10</a:t>
            </a:fld>
            <a:endParaRPr lang="nl-NL"/>
          </a:p>
        </p:txBody>
      </p:sp>
      <p:sp>
        <p:nvSpPr>
          <p:cNvPr id="6" name="Titel 5">
            <a:extLst>
              <a:ext uri="{FF2B5EF4-FFF2-40B4-BE49-F238E27FC236}">
                <a16:creationId xmlns:a16="http://schemas.microsoft.com/office/drawing/2014/main" id="{4F45906E-DC2D-FB62-55E7-2D92CE83A649}"/>
              </a:ext>
            </a:extLst>
          </p:cNvPr>
          <p:cNvSpPr>
            <a:spLocks noGrp="1"/>
          </p:cNvSpPr>
          <p:nvPr>
            <p:ph type="title"/>
          </p:nvPr>
        </p:nvSpPr>
        <p:spPr/>
        <p:txBody>
          <a:bodyPr/>
          <a:lstStyle/>
          <a:p>
            <a:r>
              <a:rPr lang="en-US" cap="small" dirty="0">
                <a:latin typeface="Arial"/>
                <a:cs typeface="Arial"/>
              </a:rPr>
              <a:t>Silver Data counts</a:t>
            </a:r>
          </a:p>
        </p:txBody>
      </p:sp>
      <p:sp>
        <p:nvSpPr>
          <p:cNvPr id="7" name="Content Placeholder 6">
            <a:extLst>
              <a:ext uri="{FF2B5EF4-FFF2-40B4-BE49-F238E27FC236}">
                <a16:creationId xmlns:a16="http://schemas.microsoft.com/office/drawing/2014/main" id="{AB826CEC-1E5C-700F-C1AE-2B175C180C2D}"/>
              </a:ext>
            </a:extLst>
          </p:cNvPr>
          <p:cNvSpPr>
            <a:spLocks noGrp="1"/>
          </p:cNvSpPr>
          <p:nvPr>
            <p:ph idx="1"/>
          </p:nvPr>
        </p:nvSpPr>
        <p:spPr>
          <a:xfrm>
            <a:off x="577713" y="1287489"/>
            <a:ext cx="11041200" cy="4464000"/>
          </a:xfrm>
        </p:spPr>
        <p:txBody>
          <a:bodyPr/>
          <a:lstStyle/>
          <a:p>
            <a:r>
              <a:rPr lang="en-US" dirty="0"/>
              <a:t>Overlap</a:t>
            </a:r>
            <a:endParaRPr lang="nl-BE" dirty="0"/>
          </a:p>
        </p:txBody>
      </p:sp>
      <p:graphicFrame>
        <p:nvGraphicFramePr>
          <p:cNvPr id="8" name="Content Placeholder 6">
            <a:extLst>
              <a:ext uri="{FF2B5EF4-FFF2-40B4-BE49-F238E27FC236}">
                <a16:creationId xmlns:a16="http://schemas.microsoft.com/office/drawing/2014/main" id="{88587CB3-9467-AD0C-ADB0-822ADEEA1940}"/>
              </a:ext>
            </a:extLst>
          </p:cNvPr>
          <p:cNvGraphicFramePr>
            <a:graphicFrameLocks/>
          </p:cNvGraphicFramePr>
          <p:nvPr>
            <p:extLst>
              <p:ext uri="{D42A27DB-BD31-4B8C-83A1-F6EECF244321}">
                <p14:modId xmlns:p14="http://schemas.microsoft.com/office/powerpoint/2010/main" val="972621264"/>
              </p:ext>
            </p:extLst>
          </p:nvPr>
        </p:nvGraphicFramePr>
        <p:xfrm>
          <a:off x="573087" y="1907955"/>
          <a:ext cx="11041065" cy="3223068"/>
        </p:xfrm>
        <a:graphic>
          <a:graphicData uri="http://schemas.openxmlformats.org/drawingml/2006/table">
            <a:tbl>
              <a:tblPr firstRow="1" bandRow="1">
                <a:tableStyleId>{BC89EF96-8CEA-46FF-86C4-4CE0E7609802}</a:tableStyleId>
              </a:tblPr>
              <a:tblGrid>
                <a:gridCol w="2195829">
                  <a:extLst>
                    <a:ext uri="{9D8B030D-6E8A-4147-A177-3AD203B41FA5}">
                      <a16:colId xmlns:a16="http://schemas.microsoft.com/office/drawing/2014/main" val="2805330092"/>
                    </a:ext>
                  </a:extLst>
                </a:gridCol>
                <a:gridCol w="2220596">
                  <a:extLst>
                    <a:ext uri="{9D8B030D-6E8A-4147-A177-3AD203B41FA5}">
                      <a16:colId xmlns:a16="http://schemas.microsoft.com/office/drawing/2014/main" val="3275740031"/>
                    </a:ext>
                  </a:extLst>
                </a:gridCol>
                <a:gridCol w="2208213">
                  <a:extLst>
                    <a:ext uri="{9D8B030D-6E8A-4147-A177-3AD203B41FA5}">
                      <a16:colId xmlns:a16="http://schemas.microsoft.com/office/drawing/2014/main" val="2740166811"/>
                    </a:ext>
                  </a:extLst>
                </a:gridCol>
                <a:gridCol w="1104107">
                  <a:extLst>
                    <a:ext uri="{9D8B030D-6E8A-4147-A177-3AD203B41FA5}">
                      <a16:colId xmlns:a16="http://schemas.microsoft.com/office/drawing/2014/main" val="2550278573"/>
                    </a:ext>
                  </a:extLst>
                </a:gridCol>
                <a:gridCol w="1104107">
                  <a:extLst>
                    <a:ext uri="{9D8B030D-6E8A-4147-A177-3AD203B41FA5}">
                      <a16:colId xmlns:a16="http://schemas.microsoft.com/office/drawing/2014/main" val="2430946818"/>
                    </a:ext>
                  </a:extLst>
                </a:gridCol>
                <a:gridCol w="2208213">
                  <a:extLst>
                    <a:ext uri="{9D8B030D-6E8A-4147-A177-3AD203B41FA5}">
                      <a16:colId xmlns:a16="http://schemas.microsoft.com/office/drawing/2014/main" val="1996161912"/>
                    </a:ext>
                  </a:extLst>
                </a:gridCol>
              </a:tblGrid>
              <a:tr h="676898">
                <a:tc>
                  <a:txBody>
                    <a:bodyPr/>
                    <a:lstStyle/>
                    <a:p>
                      <a:endParaRPr lang="nl-BE" dirty="0"/>
                    </a:p>
                  </a:txBody>
                  <a:tcPr/>
                </a:tc>
                <a:tc>
                  <a:txBody>
                    <a:bodyPr/>
                    <a:lstStyle/>
                    <a:p>
                      <a:r>
                        <a:rPr lang="en-US" dirty="0"/>
                        <a:t>Train (75%)</a:t>
                      </a:r>
                      <a:endParaRPr lang="nl-BE" dirty="0"/>
                    </a:p>
                  </a:txBody>
                  <a:tcPr/>
                </a:tc>
                <a:tc>
                  <a:txBody>
                    <a:bodyPr/>
                    <a:lstStyle/>
                    <a:p>
                      <a:r>
                        <a:rPr lang="en-US" dirty="0"/>
                        <a:t>Valid (12,5%)</a:t>
                      </a:r>
                      <a:endParaRPr lang="nl-BE" dirty="0"/>
                    </a:p>
                  </a:txBody>
                  <a:tcPr/>
                </a:tc>
                <a:tc gridSpan="2">
                  <a:txBody>
                    <a:bodyPr/>
                    <a:lstStyle/>
                    <a:p>
                      <a:r>
                        <a:rPr lang="en-US" dirty="0"/>
                        <a:t>Test (12,5%)</a:t>
                      </a:r>
                      <a:endParaRPr lang="nl-BE" dirty="0"/>
                    </a:p>
                  </a:txBody>
                  <a:tcPr/>
                </a:tc>
                <a:tc hMerge="1">
                  <a:txBody>
                    <a:bodyPr/>
                    <a:lstStyle/>
                    <a:p>
                      <a:endParaRPr lang="nl-BE"/>
                    </a:p>
                  </a:txBody>
                  <a:tcPr/>
                </a:tc>
                <a:tc>
                  <a:txBody>
                    <a:bodyPr/>
                    <a:lstStyle/>
                    <a:p>
                      <a:r>
                        <a:rPr lang="en-US" dirty="0"/>
                        <a:t>Total</a:t>
                      </a:r>
                      <a:endParaRPr lang="nl-BE" dirty="0"/>
                    </a:p>
                  </a:txBody>
                  <a:tcPr/>
                </a:tc>
                <a:extLst>
                  <a:ext uri="{0D108BD9-81ED-4DB2-BD59-A6C34878D82A}">
                    <a16:rowId xmlns:a16="http://schemas.microsoft.com/office/drawing/2014/main" val="1013495919"/>
                  </a:ext>
                </a:extLst>
              </a:tr>
              <a:tr h="676898">
                <a:tc>
                  <a:txBody>
                    <a:bodyPr/>
                    <a:lstStyle/>
                    <a:p>
                      <a:r>
                        <a:rPr lang="en-US" b="1" dirty="0"/>
                        <a:t># mentions</a:t>
                      </a:r>
                      <a:endParaRPr lang="nl-BE" b="1"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t>10472</a:t>
                      </a:r>
                      <a:endParaRPr lang="nl-BE" sz="1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BE" sz="1800" dirty="0"/>
                        <a:t>1746</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BE" sz="1800" dirty="0"/>
                        <a:t>1745 </a:t>
                      </a:r>
                      <a:endParaRPr lang="nl-BE"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895</a:t>
                      </a:r>
                      <a:endParaRPr lang="nl-BE"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13963</a:t>
                      </a:r>
                      <a:endParaRPr lang="nl-BE" dirty="0"/>
                    </a:p>
                  </a:txBody>
                  <a:tcPr/>
                </a:tc>
                <a:extLst>
                  <a:ext uri="{0D108BD9-81ED-4DB2-BD59-A6C34878D82A}">
                    <a16:rowId xmlns:a16="http://schemas.microsoft.com/office/drawing/2014/main" val="3525025732"/>
                  </a:ext>
                </a:extLst>
              </a:tr>
              <a:tr h="700928">
                <a:tc>
                  <a:txBody>
                    <a:bodyPr/>
                    <a:lstStyle/>
                    <a:p>
                      <a:r>
                        <a:rPr lang="en-US" b="1" dirty="0"/>
                        <a:t># unique entities</a:t>
                      </a:r>
                      <a:endParaRPr lang="nl-BE" b="1" dirty="0"/>
                    </a:p>
                  </a:txBody>
                  <a:tcPr/>
                </a:tc>
                <a:tc>
                  <a:txBody>
                    <a:bodyPr/>
                    <a:lstStyle/>
                    <a:p>
                      <a:r>
                        <a:rPr lang="en-US" dirty="0"/>
                        <a:t>2313</a:t>
                      </a:r>
                      <a:endParaRPr lang="nl-BE" dirty="0"/>
                    </a:p>
                  </a:txBody>
                  <a:tcPr/>
                </a:tc>
                <a:tc>
                  <a:txBody>
                    <a:bodyPr/>
                    <a:lstStyle/>
                    <a:p>
                      <a:r>
                        <a:rPr lang="en-US" dirty="0"/>
                        <a:t>896</a:t>
                      </a:r>
                      <a:endParaRPr lang="nl-BE" dirty="0"/>
                    </a:p>
                  </a:txBody>
                  <a:tcPr/>
                </a:tc>
                <a:tc>
                  <a:txBody>
                    <a:bodyPr/>
                    <a:lstStyle/>
                    <a:p>
                      <a:r>
                        <a:rPr lang="en-US" dirty="0"/>
                        <a:t>881</a:t>
                      </a:r>
                      <a:endParaRPr lang="nl-BE" dirty="0"/>
                    </a:p>
                  </a:txBody>
                  <a:tcPr/>
                </a:tc>
                <a:tc>
                  <a:txBody>
                    <a:bodyPr/>
                    <a:lstStyle/>
                    <a:p>
                      <a:endParaRPr lang="nl-BE" dirty="0"/>
                    </a:p>
                  </a:txBody>
                  <a:tcPr/>
                </a:tc>
                <a:tc>
                  <a:txBody>
                    <a:bodyPr/>
                    <a:lstStyle/>
                    <a:p>
                      <a:r>
                        <a:rPr lang="en-US" dirty="0"/>
                        <a:t>2620</a:t>
                      </a:r>
                      <a:endParaRPr lang="nl-BE" dirty="0"/>
                    </a:p>
                  </a:txBody>
                  <a:tcPr/>
                </a:tc>
                <a:extLst>
                  <a:ext uri="{0D108BD9-81ED-4DB2-BD59-A6C34878D82A}">
                    <a16:rowId xmlns:a16="http://schemas.microsoft.com/office/drawing/2014/main" val="620325145"/>
                  </a:ext>
                </a:extLst>
              </a:tr>
              <a:tr h="1168344">
                <a:tc>
                  <a:txBody>
                    <a:bodyPr/>
                    <a:lstStyle/>
                    <a:p>
                      <a:r>
                        <a:rPr lang="en-US" b="1" dirty="0"/>
                        <a:t># unique entities not in train</a:t>
                      </a:r>
                      <a:endParaRPr lang="nl-BE" b="1" dirty="0"/>
                    </a:p>
                  </a:txBody>
                  <a:tcPr/>
                </a:tc>
                <a:tc>
                  <a:txBody>
                    <a:bodyPr/>
                    <a:lstStyle/>
                    <a:p>
                      <a:r>
                        <a:rPr lang="en-US" dirty="0"/>
                        <a:t>n/a</a:t>
                      </a:r>
                      <a:endParaRPr lang="nl-BE" dirty="0"/>
                    </a:p>
                  </a:txBody>
                  <a:tcPr/>
                </a:tc>
                <a:tc>
                  <a:txBody>
                    <a:bodyPr/>
                    <a:lstStyle/>
                    <a:p>
                      <a:r>
                        <a:rPr lang="nl-BE" dirty="0"/>
                        <a:t>173</a:t>
                      </a:r>
                    </a:p>
                  </a:txBody>
                  <a:tcPr/>
                </a:tc>
                <a:tc>
                  <a:txBody>
                    <a:bodyPr/>
                    <a:lstStyle/>
                    <a:p>
                      <a:r>
                        <a:rPr lang="nl-BE" dirty="0"/>
                        <a:t>171</a:t>
                      </a:r>
                    </a:p>
                  </a:txBody>
                  <a:tcPr/>
                </a:tc>
                <a:tc>
                  <a:txBody>
                    <a:bodyPr/>
                    <a:lstStyle/>
                    <a:p>
                      <a:endParaRPr lang="nl-BE" dirty="0"/>
                    </a:p>
                  </a:txBody>
                  <a:tcPr/>
                </a:tc>
                <a:tc>
                  <a:txBody>
                    <a:bodyPr/>
                    <a:lstStyle/>
                    <a:p>
                      <a:r>
                        <a:rPr lang="en-US" dirty="0"/>
                        <a:t>n/a</a:t>
                      </a:r>
                      <a:endParaRPr lang="nl-BE" dirty="0"/>
                    </a:p>
                  </a:txBody>
                  <a:tcPr/>
                </a:tc>
                <a:extLst>
                  <a:ext uri="{0D108BD9-81ED-4DB2-BD59-A6C34878D82A}">
                    <a16:rowId xmlns:a16="http://schemas.microsoft.com/office/drawing/2014/main" val="4047362396"/>
                  </a:ext>
                </a:extLst>
              </a:tr>
            </a:tbl>
          </a:graphicData>
        </a:graphic>
      </p:graphicFrame>
    </p:spTree>
    <p:extLst>
      <p:ext uri="{BB962C8B-B14F-4D97-AF65-F5344CB8AC3E}">
        <p14:creationId xmlns:p14="http://schemas.microsoft.com/office/powerpoint/2010/main" val="16831961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inhoud 1">
            <a:extLst>
              <a:ext uri="{FF2B5EF4-FFF2-40B4-BE49-F238E27FC236}">
                <a16:creationId xmlns:a16="http://schemas.microsoft.com/office/drawing/2014/main" id="{E8C9B477-B1D9-32D7-C0EE-18585F04ECCA}"/>
              </a:ext>
            </a:extLst>
          </p:cNvPr>
          <p:cNvSpPr>
            <a:spLocks noGrp="1"/>
          </p:cNvSpPr>
          <p:nvPr>
            <p:ph idx="1"/>
          </p:nvPr>
        </p:nvSpPr>
        <p:spPr/>
        <p:txBody>
          <a:bodyPr>
            <a:normAutofit/>
          </a:bodyPr>
          <a:lstStyle/>
          <a:p>
            <a:pPr marL="457200" indent="-457200">
              <a:buFont typeface="+mj-lt"/>
              <a:buAutoNum type="arabicPeriod"/>
            </a:pPr>
            <a:r>
              <a:rPr lang="en-US"/>
              <a:t>Is the full reference extracted from the </a:t>
            </a:r>
            <a:r>
              <a:rPr lang="en-US" i="1"/>
              <a:t>RE</a:t>
            </a:r>
            <a:r>
              <a:rPr lang="en-US"/>
              <a:t> </a:t>
            </a:r>
            <a:r>
              <a:rPr lang="en-US" i="1" err="1"/>
              <a:t>Volltext</a:t>
            </a:r>
            <a:r>
              <a:rPr lang="en-US"/>
              <a:t> in its entirety and correctly?</a:t>
            </a:r>
          </a:p>
          <a:p>
            <a:pPr marL="457200" indent="-457200">
              <a:buFont typeface="+mj-lt"/>
              <a:buAutoNum type="arabicPeriod"/>
            </a:pPr>
            <a:r>
              <a:rPr lang="en-US"/>
              <a:t>Does the passage of the </a:t>
            </a:r>
            <a:r>
              <a:rPr lang="en-US" i="1" err="1"/>
              <a:t>GLAUx</a:t>
            </a:r>
            <a:r>
              <a:rPr lang="en-US"/>
              <a:t> of the retrieved mention match the reference from the </a:t>
            </a:r>
            <a:r>
              <a:rPr lang="en-US" i="1"/>
              <a:t>RE</a:t>
            </a:r>
            <a:r>
              <a:rPr lang="en-US"/>
              <a:t>?</a:t>
            </a:r>
          </a:p>
          <a:p>
            <a:pPr marL="457200" indent="-457200">
              <a:buFont typeface="+mj-lt"/>
              <a:buAutoNum type="arabicPeriod"/>
            </a:pPr>
            <a:r>
              <a:rPr lang="en-US"/>
              <a:t>Is the established link correct, i.e. is the individual identified in the </a:t>
            </a:r>
            <a:r>
              <a:rPr lang="en-US" i="1"/>
              <a:t>RE</a:t>
            </a:r>
            <a:r>
              <a:rPr lang="en-US"/>
              <a:t> article the individual mentioned in the text?</a:t>
            </a:r>
          </a:p>
          <a:p>
            <a:pPr marL="457200" indent="-457200">
              <a:buFont typeface="+mj-lt"/>
              <a:buAutoNum type="arabicPeriod"/>
            </a:pPr>
            <a:endParaRPr lang="en-US"/>
          </a:p>
        </p:txBody>
      </p:sp>
      <p:sp>
        <p:nvSpPr>
          <p:cNvPr id="3" name="Tijdelijke aanduiding voor datum 2">
            <a:extLst>
              <a:ext uri="{FF2B5EF4-FFF2-40B4-BE49-F238E27FC236}">
                <a16:creationId xmlns:a16="http://schemas.microsoft.com/office/drawing/2014/main" id="{3A18A9C0-4D70-FB52-F7E7-6B8773350810}"/>
              </a:ext>
            </a:extLst>
          </p:cNvPr>
          <p:cNvSpPr>
            <a:spLocks noGrp="1"/>
          </p:cNvSpPr>
          <p:nvPr>
            <p:ph type="dt" sz="half" idx="10"/>
          </p:nvPr>
        </p:nvSpPr>
        <p:spPr/>
        <p:txBody>
          <a:bodyPr/>
          <a:lstStyle/>
          <a:p>
            <a:r>
              <a:rPr lang="nl-BE"/>
              <a:t>04/06/2025</a:t>
            </a:r>
            <a:endParaRPr lang="nl-NL"/>
          </a:p>
        </p:txBody>
      </p:sp>
      <p:sp>
        <p:nvSpPr>
          <p:cNvPr id="4" name="Tijdelijke aanduiding voor voettekst 3">
            <a:extLst>
              <a:ext uri="{FF2B5EF4-FFF2-40B4-BE49-F238E27FC236}">
                <a16:creationId xmlns:a16="http://schemas.microsoft.com/office/drawing/2014/main" id="{DF8C5585-B617-87A1-C7F2-08A5EBA54D56}"/>
              </a:ext>
            </a:extLst>
          </p:cNvPr>
          <p:cNvSpPr>
            <a:spLocks noGrp="1"/>
          </p:cNvSpPr>
          <p:nvPr>
            <p:ph type="ftr" sz="quarter" idx="11"/>
          </p:nvPr>
        </p:nvSpPr>
        <p:spPr/>
        <p:txBody>
          <a:bodyPr/>
          <a:lstStyle/>
          <a:p>
            <a:r>
              <a:rPr lang="nl-NL"/>
              <a:t>NIKAW</a:t>
            </a:r>
          </a:p>
        </p:txBody>
      </p:sp>
      <p:sp>
        <p:nvSpPr>
          <p:cNvPr id="5" name="Tijdelijke aanduiding voor dianummer 4">
            <a:extLst>
              <a:ext uri="{FF2B5EF4-FFF2-40B4-BE49-F238E27FC236}">
                <a16:creationId xmlns:a16="http://schemas.microsoft.com/office/drawing/2014/main" id="{5A74D2BD-32D0-E8CE-599D-AAA0D5046CD7}"/>
              </a:ext>
            </a:extLst>
          </p:cNvPr>
          <p:cNvSpPr>
            <a:spLocks noGrp="1"/>
          </p:cNvSpPr>
          <p:nvPr>
            <p:ph type="sldNum" sz="quarter" idx="12"/>
          </p:nvPr>
        </p:nvSpPr>
        <p:spPr/>
        <p:txBody>
          <a:bodyPr/>
          <a:lstStyle/>
          <a:p>
            <a:fld id="{0A297500-7527-634B-90F4-69D0994C32B4}" type="slidenum">
              <a:rPr lang="nl-NL" smtClean="0"/>
              <a:t>11</a:t>
            </a:fld>
            <a:endParaRPr lang="nl-NL"/>
          </a:p>
        </p:txBody>
      </p:sp>
      <p:sp>
        <p:nvSpPr>
          <p:cNvPr id="6" name="Titel 5">
            <a:extLst>
              <a:ext uri="{FF2B5EF4-FFF2-40B4-BE49-F238E27FC236}">
                <a16:creationId xmlns:a16="http://schemas.microsoft.com/office/drawing/2014/main" id="{8E701EEF-28F2-A1F1-D02D-59E994D05BFE}"/>
              </a:ext>
            </a:extLst>
          </p:cNvPr>
          <p:cNvSpPr>
            <a:spLocks noGrp="1"/>
          </p:cNvSpPr>
          <p:nvPr>
            <p:ph type="title"/>
          </p:nvPr>
        </p:nvSpPr>
        <p:spPr/>
        <p:txBody>
          <a:bodyPr/>
          <a:lstStyle/>
          <a:p>
            <a:r>
              <a:rPr lang="en-US" cap="small" dirty="0"/>
              <a:t>Silver Data Evaluation</a:t>
            </a:r>
            <a:endParaRPr lang="en-US" dirty="0"/>
          </a:p>
        </p:txBody>
      </p:sp>
    </p:spTree>
    <p:extLst>
      <p:ext uri="{BB962C8B-B14F-4D97-AF65-F5344CB8AC3E}">
        <p14:creationId xmlns:p14="http://schemas.microsoft.com/office/powerpoint/2010/main" val="40506365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Tijdelijke aanduiding voor inhoud 6">
            <a:extLst>
              <a:ext uri="{FF2B5EF4-FFF2-40B4-BE49-F238E27FC236}">
                <a16:creationId xmlns:a16="http://schemas.microsoft.com/office/drawing/2014/main" id="{702784BA-9844-5794-9C36-71B81A6691AF}"/>
              </a:ext>
            </a:extLst>
          </p:cNvPr>
          <p:cNvGraphicFramePr>
            <a:graphicFrameLocks noGrp="1"/>
          </p:cNvGraphicFramePr>
          <p:nvPr>
            <p:ph idx="1"/>
            <p:extLst>
              <p:ext uri="{D42A27DB-BD31-4B8C-83A1-F6EECF244321}">
                <p14:modId xmlns:p14="http://schemas.microsoft.com/office/powerpoint/2010/main" val="3914944575"/>
              </p:ext>
            </p:extLst>
          </p:nvPr>
        </p:nvGraphicFramePr>
        <p:xfrm>
          <a:off x="575999" y="1491915"/>
          <a:ext cx="10955065" cy="4350619"/>
        </p:xfrm>
        <a:graphic>
          <a:graphicData uri="http://schemas.openxmlformats.org/drawingml/2006/table">
            <a:tbl>
              <a:tblPr firstRow="1" firstCol="1" bandRow="1">
                <a:tableStyleId>{5C22544A-7EE6-4342-B048-85BDC9FD1C3A}</a:tableStyleId>
              </a:tblPr>
              <a:tblGrid>
                <a:gridCol w="4679395">
                  <a:extLst>
                    <a:ext uri="{9D8B030D-6E8A-4147-A177-3AD203B41FA5}">
                      <a16:colId xmlns:a16="http://schemas.microsoft.com/office/drawing/2014/main" val="531401984"/>
                    </a:ext>
                  </a:extLst>
                </a:gridCol>
                <a:gridCol w="2059806">
                  <a:extLst>
                    <a:ext uri="{9D8B030D-6E8A-4147-A177-3AD203B41FA5}">
                      <a16:colId xmlns:a16="http://schemas.microsoft.com/office/drawing/2014/main" val="1472584057"/>
                    </a:ext>
                  </a:extLst>
                </a:gridCol>
                <a:gridCol w="2098307">
                  <a:extLst>
                    <a:ext uri="{9D8B030D-6E8A-4147-A177-3AD203B41FA5}">
                      <a16:colId xmlns:a16="http://schemas.microsoft.com/office/drawing/2014/main" val="2314079466"/>
                    </a:ext>
                  </a:extLst>
                </a:gridCol>
                <a:gridCol w="2117557">
                  <a:extLst>
                    <a:ext uri="{9D8B030D-6E8A-4147-A177-3AD203B41FA5}">
                      <a16:colId xmlns:a16="http://schemas.microsoft.com/office/drawing/2014/main" val="2520968786"/>
                    </a:ext>
                  </a:extLst>
                </a:gridCol>
              </a:tblGrid>
              <a:tr h="1767586">
                <a:tc>
                  <a:txBody>
                    <a:bodyPr/>
                    <a:lstStyle/>
                    <a:p>
                      <a:pPr algn="just">
                        <a:lnSpc>
                          <a:spcPct val="107000"/>
                        </a:lnSpc>
                        <a:spcAft>
                          <a:spcPts val="800"/>
                        </a:spcAft>
                        <a:buNone/>
                      </a:pPr>
                      <a:r>
                        <a:rPr lang="en-US" sz="2800" kern="100">
                          <a:effectLst/>
                        </a:rPr>
                        <a:t> </a:t>
                      </a:r>
                      <a:endParaRPr lang="nl-BE" sz="28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a:lnSpc>
                          <a:spcPct val="107000"/>
                        </a:lnSpc>
                        <a:spcAft>
                          <a:spcPts val="800"/>
                        </a:spcAft>
                        <a:buNone/>
                      </a:pPr>
                      <a:r>
                        <a:rPr lang="en-US" sz="2800" kern="100">
                          <a:effectLst/>
                        </a:rPr>
                        <a:t>Passage found</a:t>
                      </a:r>
                      <a:endParaRPr lang="nl-BE" sz="28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buNone/>
                      </a:pPr>
                      <a:r>
                        <a:rPr lang="en-US" sz="2800" kern="100">
                          <a:effectLst/>
                        </a:rPr>
                        <a:t>Passage not found</a:t>
                      </a:r>
                      <a:endParaRPr lang="nl-BE" sz="28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buNone/>
                      </a:pPr>
                      <a:r>
                        <a:rPr lang="en-US" sz="2800" kern="100">
                          <a:effectLst/>
                        </a:rPr>
                        <a:t>Total (of 80)</a:t>
                      </a:r>
                      <a:endParaRPr lang="nl-BE" sz="28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2603654797"/>
                  </a:ext>
                </a:extLst>
              </a:tr>
              <a:tr h="861011">
                <a:tc>
                  <a:txBody>
                    <a:bodyPr/>
                    <a:lstStyle/>
                    <a:p>
                      <a:pPr algn="r">
                        <a:lnSpc>
                          <a:spcPct val="107000"/>
                        </a:lnSpc>
                        <a:spcAft>
                          <a:spcPts val="800"/>
                        </a:spcAft>
                        <a:buNone/>
                      </a:pPr>
                      <a:r>
                        <a:rPr lang="en-US" sz="2800" kern="100">
                          <a:effectLst/>
                        </a:rPr>
                        <a:t>Reference fully extracted</a:t>
                      </a:r>
                      <a:endParaRPr lang="nl-BE" sz="28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buNone/>
                      </a:pPr>
                      <a:r>
                        <a:rPr lang="en-US" sz="2800" kern="100">
                          <a:effectLst/>
                        </a:rPr>
                        <a:t>28</a:t>
                      </a:r>
                      <a:endParaRPr lang="nl-BE" sz="28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buNone/>
                      </a:pPr>
                      <a:r>
                        <a:rPr lang="en-US" sz="2800" kern="100">
                          <a:effectLst/>
                        </a:rPr>
                        <a:t>27</a:t>
                      </a:r>
                      <a:endParaRPr lang="nl-BE" sz="28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buNone/>
                      </a:pPr>
                      <a:r>
                        <a:rPr lang="en-US" sz="2800" kern="100">
                          <a:effectLst/>
                        </a:rPr>
                        <a:t>55</a:t>
                      </a:r>
                      <a:endParaRPr lang="nl-BE" sz="28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1407010630"/>
                  </a:ext>
                </a:extLst>
              </a:tr>
              <a:tr h="861011">
                <a:tc>
                  <a:txBody>
                    <a:bodyPr/>
                    <a:lstStyle/>
                    <a:p>
                      <a:pPr algn="r">
                        <a:lnSpc>
                          <a:spcPct val="107000"/>
                        </a:lnSpc>
                        <a:spcAft>
                          <a:spcPts val="800"/>
                        </a:spcAft>
                        <a:buNone/>
                      </a:pPr>
                      <a:r>
                        <a:rPr lang="en-US" sz="2800" kern="100">
                          <a:effectLst/>
                        </a:rPr>
                        <a:t>Correct mention identified </a:t>
                      </a:r>
                      <a:endParaRPr lang="nl-BE" sz="28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buNone/>
                      </a:pPr>
                      <a:r>
                        <a:rPr lang="en-US" sz="2800" kern="100">
                          <a:effectLst/>
                        </a:rPr>
                        <a:t>35</a:t>
                      </a:r>
                      <a:endParaRPr lang="nl-BE" sz="28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buNone/>
                      </a:pPr>
                      <a:r>
                        <a:rPr lang="en-US" sz="2800" kern="100">
                          <a:effectLst/>
                        </a:rPr>
                        <a:t>8</a:t>
                      </a:r>
                      <a:endParaRPr lang="nl-BE" sz="28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buNone/>
                      </a:pPr>
                      <a:r>
                        <a:rPr lang="en-US" sz="2800" kern="100">
                          <a:effectLst/>
                        </a:rPr>
                        <a:t>43</a:t>
                      </a:r>
                      <a:endParaRPr lang="nl-BE" sz="28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2211814307"/>
                  </a:ext>
                </a:extLst>
              </a:tr>
              <a:tr h="861011">
                <a:tc>
                  <a:txBody>
                    <a:bodyPr/>
                    <a:lstStyle/>
                    <a:p>
                      <a:pPr algn="r">
                        <a:lnSpc>
                          <a:spcPct val="107000"/>
                        </a:lnSpc>
                        <a:spcAft>
                          <a:spcPts val="800"/>
                        </a:spcAft>
                        <a:buNone/>
                      </a:pPr>
                      <a:r>
                        <a:rPr lang="en-US" sz="2800" kern="100">
                          <a:effectLst/>
                        </a:rPr>
                        <a:t>Correct link established </a:t>
                      </a:r>
                      <a:endParaRPr lang="nl-BE" sz="28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buNone/>
                      </a:pPr>
                      <a:r>
                        <a:rPr lang="en-US" sz="2800" kern="100">
                          <a:effectLst/>
                        </a:rPr>
                        <a:t>38</a:t>
                      </a:r>
                      <a:endParaRPr lang="nl-BE" sz="28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buNone/>
                      </a:pPr>
                      <a:r>
                        <a:rPr lang="en-US" sz="2800" kern="100">
                          <a:effectLst/>
                        </a:rPr>
                        <a:t>16</a:t>
                      </a:r>
                      <a:endParaRPr lang="nl-BE" sz="28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buNone/>
                      </a:pPr>
                      <a:r>
                        <a:rPr lang="en-US" sz="2800" kern="100">
                          <a:effectLst/>
                        </a:rPr>
                        <a:t>54</a:t>
                      </a:r>
                      <a:endParaRPr lang="nl-BE" sz="28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3929522458"/>
                  </a:ext>
                </a:extLst>
              </a:tr>
            </a:tbl>
          </a:graphicData>
        </a:graphic>
      </p:graphicFrame>
      <p:sp>
        <p:nvSpPr>
          <p:cNvPr id="3" name="Tijdelijke aanduiding voor datum 2">
            <a:extLst>
              <a:ext uri="{FF2B5EF4-FFF2-40B4-BE49-F238E27FC236}">
                <a16:creationId xmlns:a16="http://schemas.microsoft.com/office/drawing/2014/main" id="{D71A24FE-46F5-A303-D47C-791A4ADCAC8C}"/>
              </a:ext>
            </a:extLst>
          </p:cNvPr>
          <p:cNvSpPr>
            <a:spLocks noGrp="1"/>
          </p:cNvSpPr>
          <p:nvPr>
            <p:ph type="dt" sz="half" idx="10"/>
          </p:nvPr>
        </p:nvSpPr>
        <p:spPr/>
        <p:txBody>
          <a:bodyPr/>
          <a:lstStyle/>
          <a:p>
            <a:r>
              <a:rPr lang="nl-BE"/>
              <a:t>04/06/2025</a:t>
            </a:r>
            <a:endParaRPr lang="nl-NL"/>
          </a:p>
        </p:txBody>
      </p:sp>
      <p:sp>
        <p:nvSpPr>
          <p:cNvPr id="4" name="Tijdelijke aanduiding voor voettekst 3">
            <a:extLst>
              <a:ext uri="{FF2B5EF4-FFF2-40B4-BE49-F238E27FC236}">
                <a16:creationId xmlns:a16="http://schemas.microsoft.com/office/drawing/2014/main" id="{A7BAA98C-EE17-333A-B23B-615802AC882B}"/>
              </a:ext>
            </a:extLst>
          </p:cNvPr>
          <p:cNvSpPr>
            <a:spLocks noGrp="1"/>
          </p:cNvSpPr>
          <p:nvPr>
            <p:ph type="ftr" sz="quarter" idx="11"/>
          </p:nvPr>
        </p:nvSpPr>
        <p:spPr/>
        <p:txBody>
          <a:bodyPr/>
          <a:lstStyle/>
          <a:p>
            <a:r>
              <a:rPr lang="nl-NL"/>
              <a:t>NIKAW</a:t>
            </a:r>
          </a:p>
        </p:txBody>
      </p:sp>
      <p:sp>
        <p:nvSpPr>
          <p:cNvPr id="5" name="Tijdelijke aanduiding voor dianummer 4">
            <a:extLst>
              <a:ext uri="{FF2B5EF4-FFF2-40B4-BE49-F238E27FC236}">
                <a16:creationId xmlns:a16="http://schemas.microsoft.com/office/drawing/2014/main" id="{552BAF62-80D5-2754-BD3D-3701B0006B4E}"/>
              </a:ext>
            </a:extLst>
          </p:cNvPr>
          <p:cNvSpPr>
            <a:spLocks noGrp="1"/>
          </p:cNvSpPr>
          <p:nvPr>
            <p:ph type="sldNum" sz="quarter" idx="12"/>
          </p:nvPr>
        </p:nvSpPr>
        <p:spPr/>
        <p:txBody>
          <a:bodyPr/>
          <a:lstStyle/>
          <a:p>
            <a:fld id="{0A297500-7527-634B-90F4-69D0994C32B4}" type="slidenum">
              <a:rPr lang="nl-NL" smtClean="0"/>
              <a:t>12</a:t>
            </a:fld>
            <a:endParaRPr lang="nl-NL"/>
          </a:p>
        </p:txBody>
      </p:sp>
      <p:sp>
        <p:nvSpPr>
          <p:cNvPr id="6" name="Titel 5">
            <a:extLst>
              <a:ext uri="{FF2B5EF4-FFF2-40B4-BE49-F238E27FC236}">
                <a16:creationId xmlns:a16="http://schemas.microsoft.com/office/drawing/2014/main" id="{1396CC6B-A9DD-EF8A-3C6A-034C42F6111B}"/>
              </a:ext>
            </a:extLst>
          </p:cNvPr>
          <p:cNvSpPr>
            <a:spLocks noGrp="1"/>
          </p:cNvSpPr>
          <p:nvPr>
            <p:ph type="title"/>
          </p:nvPr>
        </p:nvSpPr>
        <p:spPr/>
        <p:txBody>
          <a:bodyPr/>
          <a:lstStyle/>
          <a:p>
            <a:r>
              <a:rPr lang="en-US" cap="small" dirty="0"/>
              <a:t>Silver Data Evaluation</a:t>
            </a:r>
          </a:p>
        </p:txBody>
      </p:sp>
    </p:spTree>
    <p:extLst>
      <p:ext uri="{BB962C8B-B14F-4D97-AF65-F5344CB8AC3E}">
        <p14:creationId xmlns:p14="http://schemas.microsoft.com/office/powerpoint/2010/main" val="40600344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A02B1A-A00E-0F3C-5E41-54B44985E161}"/>
            </a:ext>
          </a:extLst>
        </p:cNvPr>
        <p:cNvGrpSpPr/>
        <p:nvPr/>
      </p:nvGrpSpPr>
      <p:grpSpPr>
        <a:xfrm>
          <a:off x="0" y="0"/>
          <a:ext cx="0" cy="0"/>
          <a:chOff x="0" y="0"/>
          <a:chExt cx="0" cy="0"/>
        </a:xfrm>
      </p:grpSpPr>
      <p:sp>
        <p:nvSpPr>
          <p:cNvPr id="3" name="Tijdelijke aanduiding voor datum 2">
            <a:extLst>
              <a:ext uri="{FF2B5EF4-FFF2-40B4-BE49-F238E27FC236}">
                <a16:creationId xmlns:a16="http://schemas.microsoft.com/office/drawing/2014/main" id="{171A0C17-220E-1ABD-7BAE-93EA9581E540}"/>
              </a:ext>
            </a:extLst>
          </p:cNvPr>
          <p:cNvSpPr>
            <a:spLocks noGrp="1"/>
          </p:cNvSpPr>
          <p:nvPr>
            <p:ph type="dt" sz="half" idx="10"/>
          </p:nvPr>
        </p:nvSpPr>
        <p:spPr/>
        <p:txBody>
          <a:bodyPr/>
          <a:lstStyle/>
          <a:p>
            <a:r>
              <a:rPr lang="nl-BE"/>
              <a:t>04/06/2025</a:t>
            </a:r>
            <a:endParaRPr lang="nl-NL"/>
          </a:p>
        </p:txBody>
      </p:sp>
      <p:sp>
        <p:nvSpPr>
          <p:cNvPr id="4" name="Tijdelijke aanduiding voor voettekst 3">
            <a:extLst>
              <a:ext uri="{FF2B5EF4-FFF2-40B4-BE49-F238E27FC236}">
                <a16:creationId xmlns:a16="http://schemas.microsoft.com/office/drawing/2014/main" id="{C8E15690-0BFB-9DF2-72D9-43386EC52F98}"/>
              </a:ext>
            </a:extLst>
          </p:cNvPr>
          <p:cNvSpPr>
            <a:spLocks noGrp="1"/>
          </p:cNvSpPr>
          <p:nvPr>
            <p:ph type="ftr" sz="quarter" idx="11"/>
          </p:nvPr>
        </p:nvSpPr>
        <p:spPr/>
        <p:txBody>
          <a:bodyPr/>
          <a:lstStyle/>
          <a:p>
            <a:r>
              <a:rPr lang="nl-NL"/>
              <a:t>NIKAW</a:t>
            </a:r>
          </a:p>
        </p:txBody>
      </p:sp>
      <p:sp>
        <p:nvSpPr>
          <p:cNvPr id="5" name="Tijdelijke aanduiding voor dianummer 4">
            <a:extLst>
              <a:ext uri="{FF2B5EF4-FFF2-40B4-BE49-F238E27FC236}">
                <a16:creationId xmlns:a16="http://schemas.microsoft.com/office/drawing/2014/main" id="{3CC3AF10-4EF5-0099-B7CB-B6EAB909B62E}"/>
              </a:ext>
            </a:extLst>
          </p:cNvPr>
          <p:cNvSpPr>
            <a:spLocks noGrp="1"/>
          </p:cNvSpPr>
          <p:nvPr>
            <p:ph type="sldNum" sz="quarter" idx="12"/>
          </p:nvPr>
        </p:nvSpPr>
        <p:spPr/>
        <p:txBody>
          <a:bodyPr/>
          <a:lstStyle/>
          <a:p>
            <a:fld id="{0A297500-7527-634B-90F4-69D0994C32B4}" type="slidenum">
              <a:rPr lang="nl-NL" smtClean="0"/>
              <a:t>13</a:t>
            </a:fld>
            <a:endParaRPr lang="nl-NL"/>
          </a:p>
        </p:txBody>
      </p:sp>
      <p:sp>
        <p:nvSpPr>
          <p:cNvPr id="6" name="Titel 5">
            <a:extLst>
              <a:ext uri="{FF2B5EF4-FFF2-40B4-BE49-F238E27FC236}">
                <a16:creationId xmlns:a16="http://schemas.microsoft.com/office/drawing/2014/main" id="{08C6D8B7-11B7-80E8-4D82-381F79DECE78}"/>
              </a:ext>
            </a:extLst>
          </p:cNvPr>
          <p:cNvSpPr>
            <a:spLocks noGrp="1"/>
          </p:cNvSpPr>
          <p:nvPr>
            <p:ph type="title"/>
          </p:nvPr>
        </p:nvSpPr>
        <p:spPr/>
        <p:txBody>
          <a:bodyPr/>
          <a:lstStyle/>
          <a:p>
            <a:r>
              <a:rPr lang="en-US" cap="small" dirty="0">
                <a:latin typeface="Arial"/>
                <a:cs typeface="Arial"/>
              </a:rPr>
              <a:t>The model: BLINK</a:t>
            </a:r>
          </a:p>
        </p:txBody>
      </p:sp>
      <p:sp>
        <p:nvSpPr>
          <p:cNvPr id="7" name="Content Placeholder 6">
            <a:extLst>
              <a:ext uri="{FF2B5EF4-FFF2-40B4-BE49-F238E27FC236}">
                <a16:creationId xmlns:a16="http://schemas.microsoft.com/office/drawing/2014/main" id="{6D7FAB0C-77A0-ADF1-4848-0BB591813BC0}"/>
              </a:ext>
            </a:extLst>
          </p:cNvPr>
          <p:cNvSpPr>
            <a:spLocks noGrp="1"/>
          </p:cNvSpPr>
          <p:nvPr>
            <p:ph idx="1"/>
          </p:nvPr>
        </p:nvSpPr>
        <p:spPr>
          <a:xfrm>
            <a:off x="513000" y="1359036"/>
            <a:ext cx="11041200" cy="4464000"/>
          </a:xfrm>
        </p:spPr>
        <p:txBody>
          <a:bodyPr/>
          <a:lstStyle/>
          <a:p>
            <a:r>
              <a:rPr lang="en-US" b="1" dirty="0"/>
              <a:t>“Entity linking with BERT”</a:t>
            </a:r>
          </a:p>
          <a:p>
            <a:r>
              <a:rPr lang="nl-BE" dirty="0" err="1"/>
              <a:t>Two</a:t>
            </a:r>
            <a:r>
              <a:rPr lang="nl-BE" dirty="0"/>
              <a:t>-stage, </a:t>
            </a:r>
            <a:r>
              <a:rPr lang="nl-BE" dirty="0" err="1"/>
              <a:t>transformer-based</a:t>
            </a:r>
            <a:r>
              <a:rPr lang="nl-BE" dirty="0"/>
              <a:t> approach:</a:t>
            </a:r>
          </a:p>
          <a:p>
            <a:pPr lvl="1"/>
            <a:r>
              <a:rPr lang="nl-BE" b="1" dirty="0"/>
              <a:t>Bi-encoder</a:t>
            </a:r>
          </a:p>
          <a:p>
            <a:pPr lvl="2"/>
            <a:r>
              <a:rPr lang="nl-BE" dirty="0" err="1"/>
              <a:t>Encodes</a:t>
            </a:r>
            <a:r>
              <a:rPr lang="nl-BE" dirty="0"/>
              <a:t> </a:t>
            </a:r>
            <a:r>
              <a:rPr lang="nl-BE" dirty="0" err="1"/>
              <a:t>mention</a:t>
            </a:r>
            <a:r>
              <a:rPr lang="nl-BE" dirty="0"/>
              <a:t> </a:t>
            </a:r>
            <a:r>
              <a:rPr lang="nl-BE" dirty="0" err="1"/>
              <a:t>and</a:t>
            </a:r>
            <a:r>
              <a:rPr lang="nl-BE" dirty="0"/>
              <a:t> context (=</a:t>
            </a:r>
            <a:r>
              <a:rPr lang="nl-BE" b="1" dirty="0" err="1"/>
              <a:t>mention</a:t>
            </a:r>
            <a:r>
              <a:rPr lang="nl-BE" dirty="0"/>
              <a:t>)</a:t>
            </a:r>
          </a:p>
          <a:p>
            <a:pPr lvl="2"/>
            <a:r>
              <a:rPr lang="nl-BE" dirty="0" err="1"/>
              <a:t>Encodes</a:t>
            </a:r>
            <a:r>
              <a:rPr lang="nl-BE" dirty="0"/>
              <a:t> </a:t>
            </a:r>
            <a:r>
              <a:rPr lang="nl-BE" dirty="0" err="1"/>
              <a:t>knowlegde</a:t>
            </a:r>
            <a:r>
              <a:rPr lang="nl-BE" dirty="0"/>
              <a:t> base entries (=</a:t>
            </a:r>
            <a:r>
              <a:rPr lang="nl-BE" b="1" dirty="0" err="1"/>
              <a:t>entities</a:t>
            </a:r>
            <a:r>
              <a:rPr lang="nl-BE" dirty="0"/>
              <a:t>)</a:t>
            </a:r>
          </a:p>
          <a:p>
            <a:pPr lvl="2"/>
            <a:r>
              <a:rPr lang="nl-BE" dirty="0" err="1"/>
              <a:t>Compares</a:t>
            </a:r>
            <a:r>
              <a:rPr lang="nl-BE" dirty="0"/>
              <a:t> </a:t>
            </a:r>
            <a:r>
              <a:rPr lang="nl-BE" dirty="0" err="1"/>
              <a:t>encodings</a:t>
            </a:r>
            <a:r>
              <a:rPr lang="nl-BE" dirty="0"/>
              <a:t> </a:t>
            </a:r>
            <a:r>
              <a:rPr lang="nl-BE" dirty="0" err="1"/>
              <a:t>and</a:t>
            </a:r>
            <a:r>
              <a:rPr lang="nl-BE" dirty="0"/>
              <a:t> </a:t>
            </a:r>
            <a:r>
              <a:rPr lang="nl-BE" dirty="0" err="1"/>
              <a:t>selects</a:t>
            </a:r>
            <a:r>
              <a:rPr lang="nl-BE" dirty="0"/>
              <a:t> </a:t>
            </a:r>
            <a:r>
              <a:rPr lang="nl-BE" b="1" dirty="0"/>
              <a:t>top </a:t>
            </a:r>
            <a:r>
              <a:rPr lang="nl-BE" b="1" i="1" dirty="0"/>
              <a:t>k</a:t>
            </a:r>
            <a:r>
              <a:rPr lang="nl-BE" b="1" dirty="0"/>
              <a:t> most </a:t>
            </a:r>
            <a:r>
              <a:rPr lang="nl-BE" b="1" dirty="0" err="1"/>
              <a:t>likely</a:t>
            </a:r>
            <a:r>
              <a:rPr lang="nl-BE" b="1" dirty="0"/>
              <a:t> </a:t>
            </a:r>
            <a:r>
              <a:rPr lang="nl-BE" b="1" dirty="0" err="1"/>
              <a:t>entities</a:t>
            </a:r>
            <a:r>
              <a:rPr lang="nl-BE" dirty="0"/>
              <a:t> </a:t>
            </a:r>
            <a:r>
              <a:rPr lang="nl-BE" dirty="0" err="1"/>
              <a:t>for</a:t>
            </a:r>
            <a:r>
              <a:rPr lang="nl-BE" dirty="0"/>
              <a:t> </a:t>
            </a:r>
            <a:r>
              <a:rPr lang="nl-BE" dirty="0" err="1"/>
              <a:t>any</a:t>
            </a:r>
            <a:r>
              <a:rPr lang="nl-BE" dirty="0"/>
              <a:t> </a:t>
            </a:r>
            <a:r>
              <a:rPr lang="nl-BE" dirty="0" err="1"/>
              <a:t>given</a:t>
            </a:r>
            <a:r>
              <a:rPr lang="nl-BE" dirty="0"/>
              <a:t> </a:t>
            </a:r>
            <a:r>
              <a:rPr lang="nl-BE" dirty="0" err="1"/>
              <a:t>mention</a:t>
            </a:r>
            <a:endParaRPr lang="nl-BE" dirty="0"/>
          </a:p>
          <a:p>
            <a:pPr lvl="2"/>
            <a:r>
              <a:rPr lang="nl-BE" i="1" dirty="0">
                <a:latin typeface="Arial"/>
                <a:cs typeface="Arial"/>
              </a:rPr>
              <a:t>K</a:t>
            </a:r>
            <a:r>
              <a:rPr lang="nl-BE" dirty="0">
                <a:latin typeface="Arial"/>
                <a:cs typeface="Arial"/>
              </a:rPr>
              <a:t>=64 --&gt; </a:t>
            </a:r>
            <a:r>
              <a:rPr lang="nl-BE" dirty="0" err="1">
                <a:latin typeface="Arial"/>
                <a:cs typeface="Arial"/>
              </a:rPr>
              <a:t>Evaluated</a:t>
            </a:r>
            <a:r>
              <a:rPr lang="nl-BE" dirty="0">
                <a:latin typeface="Arial"/>
                <a:cs typeface="Arial"/>
              </a:rPr>
              <a:t> at recall@top64</a:t>
            </a:r>
            <a:endParaRPr lang="nl-BE" dirty="0">
              <a:cs typeface="Arial"/>
            </a:endParaRPr>
          </a:p>
          <a:p>
            <a:pPr lvl="1"/>
            <a:r>
              <a:rPr lang="nl-BE" b="1" dirty="0"/>
              <a:t>Cross-encoder</a:t>
            </a:r>
          </a:p>
          <a:p>
            <a:pPr lvl="2"/>
            <a:r>
              <a:rPr lang="nl-BE" dirty="0"/>
              <a:t>For </a:t>
            </a:r>
            <a:r>
              <a:rPr lang="nl-BE" dirty="0" err="1"/>
              <a:t>each</a:t>
            </a:r>
            <a:r>
              <a:rPr lang="nl-BE" dirty="0"/>
              <a:t> </a:t>
            </a:r>
            <a:r>
              <a:rPr lang="nl-BE" dirty="0" err="1"/>
              <a:t>entity</a:t>
            </a:r>
            <a:r>
              <a:rPr lang="nl-BE" dirty="0"/>
              <a:t> in </a:t>
            </a:r>
            <a:r>
              <a:rPr lang="nl-BE" i="1" dirty="0"/>
              <a:t>k</a:t>
            </a:r>
            <a:r>
              <a:rPr lang="nl-BE" dirty="0"/>
              <a:t> </a:t>
            </a:r>
            <a:r>
              <a:rPr lang="nl-BE" dirty="0" err="1"/>
              <a:t>retrieved</a:t>
            </a:r>
            <a:r>
              <a:rPr lang="nl-BE" dirty="0"/>
              <a:t> </a:t>
            </a:r>
            <a:r>
              <a:rPr lang="nl-BE" dirty="0" err="1"/>
              <a:t>entities</a:t>
            </a:r>
            <a:r>
              <a:rPr lang="nl-BE" dirty="0"/>
              <a:t> </a:t>
            </a:r>
            <a:r>
              <a:rPr lang="nl-BE" dirty="0" err="1"/>
              <a:t>from</a:t>
            </a:r>
            <a:r>
              <a:rPr lang="nl-BE" dirty="0"/>
              <a:t> </a:t>
            </a:r>
            <a:r>
              <a:rPr lang="nl-BE" dirty="0" err="1"/>
              <a:t>the</a:t>
            </a:r>
            <a:r>
              <a:rPr lang="nl-BE" dirty="0"/>
              <a:t> </a:t>
            </a:r>
            <a:r>
              <a:rPr lang="nl-BE" dirty="0" err="1"/>
              <a:t>biencoder</a:t>
            </a:r>
            <a:r>
              <a:rPr lang="nl-BE" dirty="0"/>
              <a:t>: scores </a:t>
            </a:r>
            <a:r>
              <a:rPr lang="nl-BE" dirty="0" err="1"/>
              <a:t>and</a:t>
            </a:r>
            <a:r>
              <a:rPr lang="nl-BE" dirty="0"/>
              <a:t> </a:t>
            </a:r>
            <a:r>
              <a:rPr lang="nl-BE" dirty="0" err="1"/>
              <a:t>reranks</a:t>
            </a:r>
            <a:r>
              <a:rPr lang="nl-BE" dirty="0"/>
              <a:t> </a:t>
            </a:r>
            <a:r>
              <a:rPr lang="nl-BE" dirty="0" err="1"/>
              <a:t>them</a:t>
            </a:r>
            <a:endParaRPr lang="nl-BE" dirty="0"/>
          </a:p>
          <a:p>
            <a:pPr lvl="2"/>
            <a:r>
              <a:rPr lang="nl-BE" dirty="0"/>
              <a:t>The more </a:t>
            </a:r>
            <a:r>
              <a:rPr lang="nl-BE" dirty="0" err="1"/>
              <a:t>powerful</a:t>
            </a:r>
            <a:r>
              <a:rPr lang="nl-BE" dirty="0"/>
              <a:t> </a:t>
            </a:r>
            <a:r>
              <a:rPr lang="nl-BE" dirty="0" err="1"/>
              <a:t>desicion</a:t>
            </a:r>
            <a:r>
              <a:rPr lang="nl-BE" dirty="0"/>
              <a:t>-maker, but more resource-intensive</a:t>
            </a:r>
          </a:p>
          <a:p>
            <a:endParaRPr lang="nl-BE" dirty="0"/>
          </a:p>
        </p:txBody>
      </p:sp>
    </p:spTree>
    <p:extLst>
      <p:ext uri="{BB962C8B-B14F-4D97-AF65-F5344CB8AC3E}">
        <p14:creationId xmlns:p14="http://schemas.microsoft.com/office/powerpoint/2010/main" val="27806876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E4EB8E-E1C5-D045-613A-F6DC68BBB5E6}"/>
            </a:ext>
          </a:extLst>
        </p:cNvPr>
        <p:cNvGrpSpPr/>
        <p:nvPr/>
      </p:nvGrpSpPr>
      <p:grpSpPr>
        <a:xfrm>
          <a:off x="0" y="0"/>
          <a:ext cx="0" cy="0"/>
          <a:chOff x="0" y="0"/>
          <a:chExt cx="0" cy="0"/>
        </a:xfrm>
      </p:grpSpPr>
      <p:sp>
        <p:nvSpPr>
          <p:cNvPr id="3" name="Tijdelijke aanduiding voor datum 2">
            <a:extLst>
              <a:ext uri="{FF2B5EF4-FFF2-40B4-BE49-F238E27FC236}">
                <a16:creationId xmlns:a16="http://schemas.microsoft.com/office/drawing/2014/main" id="{E4615AFE-B9B3-78BB-1C4C-AE25CE97557F}"/>
              </a:ext>
            </a:extLst>
          </p:cNvPr>
          <p:cNvSpPr>
            <a:spLocks noGrp="1"/>
          </p:cNvSpPr>
          <p:nvPr>
            <p:ph type="dt" sz="half" idx="10"/>
          </p:nvPr>
        </p:nvSpPr>
        <p:spPr/>
        <p:txBody>
          <a:bodyPr/>
          <a:lstStyle/>
          <a:p>
            <a:r>
              <a:rPr lang="nl-BE"/>
              <a:t>04/06/2025</a:t>
            </a:r>
            <a:endParaRPr lang="nl-NL"/>
          </a:p>
        </p:txBody>
      </p:sp>
      <p:sp>
        <p:nvSpPr>
          <p:cNvPr id="4" name="Tijdelijke aanduiding voor voettekst 3">
            <a:extLst>
              <a:ext uri="{FF2B5EF4-FFF2-40B4-BE49-F238E27FC236}">
                <a16:creationId xmlns:a16="http://schemas.microsoft.com/office/drawing/2014/main" id="{452C96AB-9310-6EDE-6264-07D962E32A4D}"/>
              </a:ext>
            </a:extLst>
          </p:cNvPr>
          <p:cNvSpPr>
            <a:spLocks noGrp="1"/>
          </p:cNvSpPr>
          <p:nvPr>
            <p:ph type="ftr" sz="quarter" idx="11"/>
          </p:nvPr>
        </p:nvSpPr>
        <p:spPr/>
        <p:txBody>
          <a:bodyPr/>
          <a:lstStyle/>
          <a:p>
            <a:r>
              <a:rPr lang="nl-NL"/>
              <a:t>NIKAW</a:t>
            </a:r>
          </a:p>
        </p:txBody>
      </p:sp>
      <p:sp>
        <p:nvSpPr>
          <p:cNvPr id="5" name="Tijdelijke aanduiding voor dianummer 4">
            <a:extLst>
              <a:ext uri="{FF2B5EF4-FFF2-40B4-BE49-F238E27FC236}">
                <a16:creationId xmlns:a16="http://schemas.microsoft.com/office/drawing/2014/main" id="{977325F6-2BD1-483F-3AC8-2011FA9E3128}"/>
              </a:ext>
            </a:extLst>
          </p:cNvPr>
          <p:cNvSpPr>
            <a:spLocks noGrp="1"/>
          </p:cNvSpPr>
          <p:nvPr>
            <p:ph type="sldNum" sz="quarter" idx="12"/>
          </p:nvPr>
        </p:nvSpPr>
        <p:spPr/>
        <p:txBody>
          <a:bodyPr/>
          <a:lstStyle/>
          <a:p>
            <a:fld id="{0A297500-7527-634B-90F4-69D0994C32B4}" type="slidenum">
              <a:rPr lang="nl-NL" smtClean="0"/>
              <a:t>14</a:t>
            </a:fld>
            <a:endParaRPr lang="nl-NL"/>
          </a:p>
        </p:txBody>
      </p:sp>
      <p:sp>
        <p:nvSpPr>
          <p:cNvPr id="6" name="Titel 5">
            <a:extLst>
              <a:ext uri="{FF2B5EF4-FFF2-40B4-BE49-F238E27FC236}">
                <a16:creationId xmlns:a16="http://schemas.microsoft.com/office/drawing/2014/main" id="{A0FF2E02-99C4-C06E-CBF6-3926E588AF19}"/>
              </a:ext>
            </a:extLst>
          </p:cNvPr>
          <p:cNvSpPr>
            <a:spLocks noGrp="1"/>
          </p:cNvSpPr>
          <p:nvPr>
            <p:ph type="title"/>
          </p:nvPr>
        </p:nvSpPr>
        <p:spPr/>
        <p:txBody>
          <a:bodyPr/>
          <a:lstStyle/>
          <a:p>
            <a:r>
              <a:rPr lang="en-US" cap="small" dirty="0">
                <a:latin typeface="Arial"/>
                <a:cs typeface="Arial"/>
              </a:rPr>
              <a:t>The model: BLINK</a:t>
            </a:r>
          </a:p>
        </p:txBody>
      </p:sp>
      <p:pic>
        <p:nvPicPr>
          <p:cNvPr id="2" name="Content Placeholder 6" descr="A screenshot of a computer screen&#10;&#10;Description automatically generated">
            <a:extLst>
              <a:ext uri="{FF2B5EF4-FFF2-40B4-BE49-F238E27FC236}">
                <a16:creationId xmlns:a16="http://schemas.microsoft.com/office/drawing/2014/main" id="{C6C7AE34-A02F-593F-3F96-EDF3A622451F}"/>
              </a:ext>
            </a:extLst>
          </p:cNvPr>
          <p:cNvPicPr>
            <a:picLocks noGrp="1" noChangeAspect="1"/>
          </p:cNvPicPr>
          <p:nvPr>
            <p:ph idx="1"/>
          </p:nvPr>
        </p:nvPicPr>
        <p:blipFill>
          <a:blip r:embed="rId3"/>
          <a:stretch>
            <a:fillRect/>
          </a:stretch>
        </p:blipFill>
        <p:spPr>
          <a:xfrm>
            <a:off x="761172" y="1285748"/>
            <a:ext cx="9287068" cy="5009096"/>
          </a:xfrm>
          <a:prstGeom prst="rect">
            <a:avLst/>
          </a:prstGeom>
        </p:spPr>
      </p:pic>
    </p:spTree>
    <p:extLst>
      <p:ext uri="{BB962C8B-B14F-4D97-AF65-F5344CB8AC3E}">
        <p14:creationId xmlns:p14="http://schemas.microsoft.com/office/powerpoint/2010/main" val="123685693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712F66F-45CF-FAED-52BD-59A93D8D5C09}"/>
              </a:ext>
            </a:extLst>
          </p:cNvPr>
          <p:cNvSpPr>
            <a:spLocks noGrp="1"/>
          </p:cNvSpPr>
          <p:nvPr>
            <p:ph idx="1"/>
          </p:nvPr>
        </p:nvSpPr>
        <p:spPr>
          <a:xfrm>
            <a:off x="577713" y="1120722"/>
            <a:ext cx="11041200" cy="4464000"/>
          </a:xfrm>
        </p:spPr>
        <p:txBody>
          <a:bodyPr vert="horz" lIns="91440" tIns="45720" rIns="91440" bIns="45720" rtlCol="0" anchor="t">
            <a:normAutofit/>
          </a:bodyPr>
          <a:lstStyle/>
          <a:p>
            <a:r>
              <a:rPr lang="en-US" dirty="0"/>
              <a:t>Two multilingual transformers containing Ancient Greek</a:t>
            </a:r>
          </a:p>
          <a:p>
            <a:pPr lvl="1"/>
            <a:r>
              <a:rPr lang="en-US" b="1" dirty="0"/>
              <a:t>UGARIT-</a:t>
            </a:r>
            <a:r>
              <a:rPr lang="en-US" b="1" dirty="0" err="1"/>
              <a:t>grc</a:t>
            </a:r>
            <a:r>
              <a:rPr lang="en-US" b="1" dirty="0"/>
              <a:t>-alignment</a:t>
            </a:r>
            <a:r>
              <a:rPr lang="en-US" dirty="0"/>
              <a:t> </a:t>
            </a:r>
            <a:r>
              <a:rPr lang="nl-BE" sz="1700" dirty="0"/>
              <a:t>(</a:t>
            </a:r>
            <a:r>
              <a:rPr lang="nl-BE" sz="1700" dirty="0" err="1"/>
              <a:t>Yousef</a:t>
            </a:r>
            <a:r>
              <a:rPr lang="nl-BE" sz="1700" dirty="0"/>
              <a:t> et al., 2022)</a:t>
            </a:r>
            <a:endParaRPr lang="en-US" sz="1700" dirty="0"/>
          </a:p>
          <a:p>
            <a:pPr lvl="1"/>
            <a:r>
              <a:rPr lang="en-US" b="1" dirty="0">
                <a:latin typeface="Arial"/>
                <a:cs typeface="Arial"/>
              </a:rPr>
              <a:t>Philberta </a:t>
            </a:r>
            <a:r>
              <a:rPr lang="nl-BE" sz="1600" dirty="0">
                <a:latin typeface="Arial"/>
                <a:cs typeface="Arial"/>
              </a:rPr>
              <a:t>(Riemenschneider &amp; Frank, 2023)</a:t>
            </a:r>
            <a:endParaRPr lang="en-US" sz="1600" dirty="0">
              <a:latin typeface="Arial"/>
              <a:cs typeface="Arial"/>
            </a:endParaRPr>
          </a:p>
          <a:p>
            <a:r>
              <a:rPr lang="en-US" b="1" dirty="0">
                <a:latin typeface="Arial"/>
                <a:cs typeface="Arial"/>
              </a:rPr>
              <a:t>Using </a:t>
            </a:r>
            <a:r>
              <a:rPr lang="en-US" b="1" dirty="0" err="1">
                <a:latin typeface="Arial"/>
                <a:cs typeface="Arial"/>
              </a:rPr>
              <a:t>Kurztext</a:t>
            </a:r>
            <a:r>
              <a:rPr lang="en-US" b="1" dirty="0">
                <a:latin typeface="Arial"/>
                <a:cs typeface="Arial"/>
              </a:rPr>
              <a:t>/</a:t>
            </a:r>
            <a:r>
              <a:rPr lang="en-US" b="1" dirty="0" err="1">
                <a:latin typeface="Arial"/>
                <a:cs typeface="Arial"/>
              </a:rPr>
              <a:t>Volltext</a:t>
            </a:r>
            <a:endParaRPr lang="en-US" b="1" dirty="0">
              <a:latin typeface="Arial"/>
              <a:cs typeface="Arial"/>
            </a:endParaRPr>
          </a:p>
          <a:p>
            <a:pPr lvl="1"/>
            <a:r>
              <a:rPr lang="en-US" dirty="0"/>
              <a:t>“Is the </a:t>
            </a:r>
            <a:r>
              <a:rPr lang="en-US" i="1" dirty="0" err="1"/>
              <a:t>kurztext</a:t>
            </a:r>
            <a:r>
              <a:rPr lang="en-US" dirty="0"/>
              <a:t> alone sufficient for this system?”</a:t>
            </a:r>
          </a:p>
        </p:txBody>
      </p:sp>
      <p:sp>
        <p:nvSpPr>
          <p:cNvPr id="3" name="Date Placeholder 2">
            <a:extLst>
              <a:ext uri="{FF2B5EF4-FFF2-40B4-BE49-F238E27FC236}">
                <a16:creationId xmlns:a16="http://schemas.microsoft.com/office/drawing/2014/main" id="{506A3E24-7BD1-B750-3568-B58AEE3983AB}"/>
              </a:ext>
            </a:extLst>
          </p:cNvPr>
          <p:cNvSpPr>
            <a:spLocks noGrp="1"/>
          </p:cNvSpPr>
          <p:nvPr>
            <p:ph type="dt" sz="half" idx="10"/>
          </p:nvPr>
        </p:nvSpPr>
        <p:spPr/>
        <p:txBody>
          <a:bodyPr/>
          <a:lstStyle/>
          <a:p>
            <a:r>
              <a:rPr lang="nl-BE"/>
              <a:t>04/06/2025</a:t>
            </a:r>
            <a:endParaRPr lang="nl-NL"/>
          </a:p>
        </p:txBody>
      </p:sp>
      <p:sp>
        <p:nvSpPr>
          <p:cNvPr id="4" name="Footer Placeholder 3">
            <a:extLst>
              <a:ext uri="{FF2B5EF4-FFF2-40B4-BE49-F238E27FC236}">
                <a16:creationId xmlns:a16="http://schemas.microsoft.com/office/drawing/2014/main" id="{920E493E-E716-FFE4-A6CD-D67D569A4B14}"/>
              </a:ext>
            </a:extLst>
          </p:cNvPr>
          <p:cNvSpPr>
            <a:spLocks noGrp="1"/>
          </p:cNvSpPr>
          <p:nvPr>
            <p:ph type="ftr" sz="quarter" idx="11"/>
          </p:nvPr>
        </p:nvSpPr>
        <p:spPr/>
        <p:txBody>
          <a:bodyPr/>
          <a:lstStyle/>
          <a:p>
            <a:r>
              <a:rPr lang="nl-NL"/>
              <a:t>NIKAW</a:t>
            </a:r>
            <a:endParaRPr lang="nl-NL" dirty="0"/>
          </a:p>
        </p:txBody>
      </p:sp>
      <p:sp>
        <p:nvSpPr>
          <p:cNvPr id="5" name="Slide Number Placeholder 4">
            <a:extLst>
              <a:ext uri="{FF2B5EF4-FFF2-40B4-BE49-F238E27FC236}">
                <a16:creationId xmlns:a16="http://schemas.microsoft.com/office/drawing/2014/main" id="{3851CDEC-0898-7F59-5E35-24902AE58AED}"/>
              </a:ext>
            </a:extLst>
          </p:cNvPr>
          <p:cNvSpPr>
            <a:spLocks noGrp="1"/>
          </p:cNvSpPr>
          <p:nvPr>
            <p:ph type="sldNum" sz="quarter" idx="12"/>
          </p:nvPr>
        </p:nvSpPr>
        <p:spPr/>
        <p:txBody>
          <a:bodyPr/>
          <a:lstStyle/>
          <a:p>
            <a:fld id="{0A297500-7527-634B-90F4-69D0994C32B4}" type="slidenum">
              <a:rPr lang="nl-NL" smtClean="0"/>
              <a:t>15</a:t>
            </a:fld>
            <a:endParaRPr lang="nl-NL"/>
          </a:p>
        </p:txBody>
      </p:sp>
      <p:sp>
        <p:nvSpPr>
          <p:cNvPr id="6" name="Title 5">
            <a:extLst>
              <a:ext uri="{FF2B5EF4-FFF2-40B4-BE49-F238E27FC236}">
                <a16:creationId xmlns:a16="http://schemas.microsoft.com/office/drawing/2014/main" id="{05E3F394-1B60-CA67-1400-BF2969C0FB5E}"/>
              </a:ext>
            </a:extLst>
          </p:cNvPr>
          <p:cNvSpPr>
            <a:spLocks noGrp="1"/>
          </p:cNvSpPr>
          <p:nvPr>
            <p:ph type="title"/>
          </p:nvPr>
        </p:nvSpPr>
        <p:spPr/>
        <p:txBody>
          <a:bodyPr/>
          <a:lstStyle/>
          <a:p>
            <a:r>
              <a:rPr lang="en-US" dirty="0"/>
              <a:t>Experiments</a:t>
            </a:r>
            <a:endParaRPr lang="nl-BE" dirty="0"/>
          </a:p>
        </p:txBody>
      </p:sp>
    </p:spTree>
    <p:extLst>
      <p:ext uri="{BB962C8B-B14F-4D97-AF65-F5344CB8AC3E}">
        <p14:creationId xmlns:p14="http://schemas.microsoft.com/office/powerpoint/2010/main" val="317613248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Rectangle: Rounded Corners 54">
            <a:extLst>
              <a:ext uri="{FF2B5EF4-FFF2-40B4-BE49-F238E27FC236}">
                <a16:creationId xmlns:a16="http://schemas.microsoft.com/office/drawing/2014/main" id="{CF4FB012-2F37-A9C4-3EA4-51BB4665C5BF}"/>
              </a:ext>
            </a:extLst>
          </p:cNvPr>
          <p:cNvSpPr/>
          <p:nvPr/>
        </p:nvSpPr>
        <p:spPr>
          <a:xfrm>
            <a:off x="9277664" y="3454892"/>
            <a:ext cx="2743199" cy="1322456"/>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r>
              <a:rPr lang="en-US" sz="1600" b="0" dirty="0">
                <a:solidFill>
                  <a:schemeClr val="tx1">
                    <a:lumMod val="50000"/>
                  </a:schemeClr>
                </a:solidFill>
                <a:effectLst/>
              </a:rPr>
              <a:t>… </a:t>
            </a:r>
            <a:r>
              <a:rPr lang="el-GR" sz="1600" b="0" dirty="0">
                <a:solidFill>
                  <a:schemeClr val="tx1">
                    <a:lumMod val="50000"/>
                  </a:schemeClr>
                </a:solidFill>
                <a:effectLst/>
              </a:rPr>
              <a:t>γὰρ ἡ Κύπρις πικρά</a:t>
            </a:r>
            <a:r>
              <a:rPr lang="en-US" sz="1600" b="0" dirty="0">
                <a:solidFill>
                  <a:schemeClr val="tx1">
                    <a:lumMod val="50000"/>
                  </a:schemeClr>
                </a:solidFill>
                <a:effectLst/>
              </a:rPr>
              <a:t> </a:t>
            </a:r>
            <a:r>
              <a:rPr lang="el-GR" sz="1600" b="0" dirty="0">
                <a:solidFill>
                  <a:schemeClr val="tx1">
                    <a:lumMod val="50000"/>
                  </a:schemeClr>
                </a:solidFill>
                <a:effectLst/>
                <a:highlight>
                  <a:srgbClr val="00FF00"/>
                </a:highlight>
              </a:rPr>
              <a:t>Ἀχαιός</a:t>
            </a:r>
            <a:r>
              <a:rPr lang="en-US" sz="1600" b="0" dirty="0">
                <a:solidFill>
                  <a:schemeClr val="tx1">
                    <a:lumMod val="50000"/>
                  </a:schemeClr>
                </a:solidFill>
                <a:effectLst/>
              </a:rPr>
              <a:t> </a:t>
            </a:r>
            <a:r>
              <a:rPr lang="el-GR" sz="1600" b="0" dirty="0">
                <a:solidFill>
                  <a:schemeClr val="tx1">
                    <a:lumMod val="50000"/>
                  </a:schemeClr>
                </a:solidFill>
                <a:effectLst/>
              </a:rPr>
              <a:t>φησιν ἐν Αἴθωνι σατυρικῷ. παρ’ οὗ ὁ σοφὸς Εὐριπίδης λαβὼν ἔφη</a:t>
            </a:r>
            <a:r>
              <a:rPr lang="en-US" sz="1600" b="0" dirty="0">
                <a:solidFill>
                  <a:schemeClr val="tx1">
                    <a:lumMod val="50000"/>
                  </a:schemeClr>
                </a:solidFill>
                <a:effectLst/>
              </a:rPr>
              <a:t>: “…”</a:t>
            </a:r>
            <a:r>
              <a:rPr lang="el-GR" sz="1600" b="0" dirty="0">
                <a:solidFill>
                  <a:schemeClr val="tx1">
                    <a:lumMod val="50000"/>
                  </a:schemeClr>
                </a:solidFill>
                <a:effectLst/>
              </a:rPr>
              <a:t> </a:t>
            </a:r>
          </a:p>
        </p:txBody>
      </p:sp>
      <p:sp>
        <p:nvSpPr>
          <p:cNvPr id="2" name="Content Placeholder 1">
            <a:extLst>
              <a:ext uri="{FF2B5EF4-FFF2-40B4-BE49-F238E27FC236}">
                <a16:creationId xmlns:a16="http://schemas.microsoft.com/office/drawing/2014/main" id="{0B4A3897-6C3A-BD1B-5674-AC213790364A}"/>
              </a:ext>
            </a:extLst>
          </p:cNvPr>
          <p:cNvSpPr>
            <a:spLocks noGrp="1"/>
          </p:cNvSpPr>
          <p:nvPr>
            <p:ph idx="1"/>
          </p:nvPr>
        </p:nvSpPr>
        <p:spPr>
          <a:xfrm>
            <a:off x="577713" y="1269920"/>
            <a:ext cx="11041200" cy="480916"/>
          </a:xfrm>
        </p:spPr>
        <p:txBody>
          <a:bodyPr/>
          <a:lstStyle/>
          <a:p>
            <a:r>
              <a:rPr lang="en-US" dirty="0"/>
              <a:t>Baseline to compare to bi-encoder approach</a:t>
            </a:r>
            <a:endParaRPr lang="nl-BE" dirty="0"/>
          </a:p>
        </p:txBody>
      </p:sp>
      <p:sp>
        <p:nvSpPr>
          <p:cNvPr id="3" name="Date Placeholder 2">
            <a:extLst>
              <a:ext uri="{FF2B5EF4-FFF2-40B4-BE49-F238E27FC236}">
                <a16:creationId xmlns:a16="http://schemas.microsoft.com/office/drawing/2014/main" id="{69707661-F054-B753-0C80-DE316CBC296B}"/>
              </a:ext>
            </a:extLst>
          </p:cNvPr>
          <p:cNvSpPr>
            <a:spLocks noGrp="1"/>
          </p:cNvSpPr>
          <p:nvPr>
            <p:ph type="dt" sz="half" idx="10"/>
          </p:nvPr>
        </p:nvSpPr>
        <p:spPr/>
        <p:txBody>
          <a:bodyPr/>
          <a:lstStyle/>
          <a:p>
            <a:r>
              <a:rPr lang="nl-BE"/>
              <a:t>04/06/2025</a:t>
            </a:r>
            <a:endParaRPr lang="nl-NL"/>
          </a:p>
        </p:txBody>
      </p:sp>
      <p:sp>
        <p:nvSpPr>
          <p:cNvPr id="4" name="Footer Placeholder 3">
            <a:extLst>
              <a:ext uri="{FF2B5EF4-FFF2-40B4-BE49-F238E27FC236}">
                <a16:creationId xmlns:a16="http://schemas.microsoft.com/office/drawing/2014/main" id="{942D96C4-6E29-08D2-AEFE-7A315D1F835D}"/>
              </a:ext>
            </a:extLst>
          </p:cNvPr>
          <p:cNvSpPr>
            <a:spLocks noGrp="1"/>
          </p:cNvSpPr>
          <p:nvPr>
            <p:ph type="ftr" sz="quarter" idx="11"/>
          </p:nvPr>
        </p:nvSpPr>
        <p:spPr/>
        <p:txBody>
          <a:bodyPr/>
          <a:lstStyle/>
          <a:p>
            <a:r>
              <a:rPr lang="nl-NL"/>
              <a:t>NIKAW</a:t>
            </a:r>
          </a:p>
        </p:txBody>
      </p:sp>
      <p:sp>
        <p:nvSpPr>
          <p:cNvPr id="5" name="Slide Number Placeholder 4">
            <a:extLst>
              <a:ext uri="{FF2B5EF4-FFF2-40B4-BE49-F238E27FC236}">
                <a16:creationId xmlns:a16="http://schemas.microsoft.com/office/drawing/2014/main" id="{05980977-95E7-3FAB-85D2-3D48E120EAFD}"/>
              </a:ext>
            </a:extLst>
          </p:cNvPr>
          <p:cNvSpPr>
            <a:spLocks noGrp="1"/>
          </p:cNvSpPr>
          <p:nvPr>
            <p:ph type="sldNum" sz="quarter" idx="12"/>
          </p:nvPr>
        </p:nvSpPr>
        <p:spPr/>
        <p:txBody>
          <a:bodyPr/>
          <a:lstStyle/>
          <a:p>
            <a:fld id="{0A297500-7527-634B-90F4-69D0994C32B4}" type="slidenum">
              <a:rPr lang="nl-NL" smtClean="0"/>
              <a:t>16</a:t>
            </a:fld>
            <a:endParaRPr lang="nl-NL"/>
          </a:p>
        </p:txBody>
      </p:sp>
      <p:sp>
        <p:nvSpPr>
          <p:cNvPr id="6" name="Title 5">
            <a:extLst>
              <a:ext uri="{FF2B5EF4-FFF2-40B4-BE49-F238E27FC236}">
                <a16:creationId xmlns:a16="http://schemas.microsoft.com/office/drawing/2014/main" id="{342BC0BC-D950-B426-FE2A-B7660954B969}"/>
              </a:ext>
            </a:extLst>
          </p:cNvPr>
          <p:cNvSpPr>
            <a:spLocks noGrp="1"/>
          </p:cNvSpPr>
          <p:nvPr>
            <p:ph type="title"/>
          </p:nvPr>
        </p:nvSpPr>
        <p:spPr/>
        <p:txBody>
          <a:bodyPr/>
          <a:lstStyle/>
          <a:p>
            <a:r>
              <a:rPr lang="en-US" dirty="0"/>
              <a:t>Baseline</a:t>
            </a:r>
            <a:endParaRPr lang="nl-BE" dirty="0"/>
          </a:p>
        </p:txBody>
      </p:sp>
      <p:sp>
        <p:nvSpPr>
          <p:cNvPr id="23" name="Rectangle: Rounded Corners 22">
            <a:extLst>
              <a:ext uri="{FF2B5EF4-FFF2-40B4-BE49-F238E27FC236}">
                <a16:creationId xmlns:a16="http://schemas.microsoft.com/office/drawing/2014/main" id="{7DD02C92-0489-DAC3-245D-0AF1A2A1D7A4}"/>
              </a:ext>
            </a:extLst>
          </p:cNvPr>
          <p:cNvSpPr/>
          <p:nvPr/>
        </p:nvSpPr>
        <p:spPr>
          <a:xfrm>
            <a:off x="540053" y="2366903"/>
            <a:ext cx="2695575" cy="2579690"/>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nl-BE" sz="1600" b="0" u="sng" dirty="0">
                <a:solidFill>
                  <a:schemeClr val="bg2">
                    <a:lumMod val="10000"/>
                  </a:schemeClr>
                </a:solidFill>
                <a:effectLst/>
              </a:rPr>
              <a:t>35154 (</a:t>
            </a:r>
            <a:r>
              <a:rPr lang="nl-BE" sz="1600" b="0" u="sng" dirty="0" err="1">
                <a:solidFill>
                  <a:schemeClr val="bg2">
                    <a:lumMod val="10000"/>
                  </a:schemeClr>
                </a:solidFill>
                <a:effectLst/>
              </a:rPr>
              <a:t>Glaukos</a:t>
            </a:r>
            <a:r>
              <a:rPr lang="nl-BE" sz="1600" b="0" u="sng" dirty="0">
                <a:solidFill>
                  <a:schemeClr val="bg2">
                    <a:lumMod val="10000"/>
                  </a:schemeClr>
                </a:solidFill>
                <a:effectLst/>
              </a:rPr>
              <a:t> 34)</a:t>
            </a:r>
          </a:p>
          <a:p>
            <a:pPr algn="ctr"/>
            <a:r>
              <a:rPr lang="nl-BE" sz="1600" b="0" u="sng" dirty="0">
                <a:solidFill>
                  <a:schemeClr val="bg2">
                    <a:lumMod val="10000"/>
                  </a:schemeClr>
                </a:solidFill>
                <a:effectLst/>
              </a:rPr>
              <a:t>404 (</a:t>
            </a:r>
            <a:r>
              <a:rPr lang="nl-BE" sz="1600" b="0" u="sng" dirty="0" err="1">
                <a:solidFill>
                  <a:schemeClr val="bg2">
                    <a:lumMod val="10000"/>
                  </a:schemeClr>
                </a:solidFill>
                <a:effectLst/>
              </a:rPr>
              <a:t>Achaios</a:t>
            </a:r>
            <a:r>
              <a:rPr lang="nl-BE" sz="1600" b="0" u="sng" dirty="0">
                <a:solidFill>
                  <a:schemeClr val="bg2">
                    <a:lumMod val="10000"/>
                  </a:schemeClr>
                </a:solidFill>
                <a:effectLst/>
              </a:rPr>
              <a:t> 1)</a:t>
            </a:r>
          </a:p>
          <a:p>
            <a:pPr algn="ctr"/>
            <a:r>
              <a:rPr lang="nl-BE" sz="1600" b="0" u="sng" dirty="0">
                <a:solidFill>
                  <a:schemeClr val="bg2">
                    <a:lumMod val="10000"/>
                  </a:schemeClr>
                </a:solidFill>
                <a:effectLst/>
              </a:rPr>
              <a:t>405 (</a:t>
            </a:r>
            <a:r>
              <a:rPr lang="nl-BE" sz="1600" b="0" u="sng" dirty="0" err="1">
                <a:solidFill>
                  <a:schemeClr val="bg2">
                    <a:lumMod val="10000"/>
                  </a:schemeClr>
                </a:solidFill>
                <a:effectLst/>
              </a:rPr>
              <a:t>Achaios</a:t>
            </a:r>
            <a:r>
              <a:rPr lang="nl-BE" sz="1600" b="0" u="sng" dirty="0">
                <a:solidFill>
                  <a:schemeClr val="bg2">
                    <a:lumMod val="10000"/>
                  </a:schemeClr>
                </a:solidFill>
                <a:effectLst/>
              </a:rPr>
              <a:t> 2)</a:t>
            </a:r>
          </a:p>
          <a:p>
            <a:pPr algn="ctr"/>
            <a:r>
              <a:rPr lang="nl-BE" sz="1600" b="0" u="sng" dirty="0">
                <a:solidFill>
                  <a:schemeClr val="bg2">
                    <a:lumMod val="10000"/>
                  </a:schemeClr>
                </a:solidFill>
                <a:effectLst/>
              </a:rPr>
              <a:t>406 (</a:t>
            </a:r>
            <a:r>
              <a:rPr lang="nl-BE" sz="1600" b="0" u="sng" dirty="0" err="1">
                <a:solidFill>
                  <a:schemeClr val="bg2">
                    <a:lumMod val="10000"/>
                  </a:schemeClr>
                </a:solidFill>
                <a:effectLst/>
              </a:rPr>
              <a:t>Achaios</a:t>
            </a:r>
            <a:r>
              <a:rPr lang="nl-BE" sz="1600" b="0" u="sng" dirty="0">
                <a:solidFill>
                  <a:schemeClr val="bg2">
                    <a:lumMod val="10000"/>
                  </a:schemeClr>
                </a:solidFill>
                <a:effectLst/>
              </a:rPr>
              <a:t> 3)</a:t>
            </a:r>
          </a:p>
          <a:p>
            <a:pPr algn="ctr"/>
            <a:r>
              <a:rPr lang="nl-BE" sz="1600" b="0" u="sng" dirty="0">
                <a:solidFill>
                  <a:schemeClr val="bg2">
                    <a:lumMod val="10000"/>
                  </a:schemeClr>
                </a:solidFill>
                <a:effectLst/>
              </a:rPr>
              <a:t>407 (</a:t>
            </a:r>
            <a:r>
              <a:rPr lang="nl-BE" sz="1600" b="0" u="sng" dirty="0" err="1">
                <a:solidFill>
                  <a:schemeClr val="bg2">
                    <a:lumMod val="10000"/>
                  </a:schemeClr>
                </a:solidFill>
                <a:effectLst/>
              </a:rPr>
              <a:t>Achaios</a:t>
            </a:r>
            <a:r>
              <a:rPr lang="nl-BE" sz="1600" b="0" u="sng" dirty="0">
                <a:solidFill>
                  <a:schemeClr val="bg2">
                    <a:lumMod val="10000"/>
                  </a:schemeClr>
                </a:solidFill>
                <a:effectLst/>
              </a:rPr>
              <a:t> 4)</a:t>
            </a:r>
          </a:p>
          <a:p>
            <a:pPr algn="ctr"/>
            <a:r>
              <a:rPr lang="nl-BE" sz="1600" b="0" u="sng" dirty="0">
                <a:solidFill>
                  <a:schemeClr val="bg2">
                    <a:lumMod val="10000"/>
                  </a:schemeClr>
                </a:solidFill>
                <a:effectLst/>
              </a:rPr>
              <a:t>408 (</a:t>
            </a:r>
            <a:r>
              <a:rPr lang="nl-BE" sz="1600" b="0" u="sng" dirty="0" err="1">
                <a:solidFill>
                  <a:schemeClr val="bg2">
                    <a:lumMod val="10000"/>
                  </a:schemeClr>
                </a:solidFill>
                <a:effectLst/>
              </a:rPr>
              <a:t>Achaios</a:t>
            </a:r>
            <a:r>
              <a:rPr lang="nl-BE" sz="1600" b="0" u="sng" dirty="0">
                <a:solidFill>
                  <a:schemeClr val="bg2">
                    <a:lumMod val="10000"/>
                  </a:schemeClr>
                </a:solidFill>
                <a:effectLst/>
              </a:rPr>
              <a:t> 5)</a:t>
            </a:r>
          </a:p>
          <a:p>
            <a:pPr algn="ctr"/>
            <a:r>
              <a:rPr lang="en-US" sz="1600" dirty="0"/>
              <a:t>409 (</a:t>
            </a:r>
            <a:r>
              <a:rPr lang="en-US" sz="1600" dirty="0" err="1">
                <a:highlight>
                  <a:srgbClr val="00FF00"/>
                </a:highlight>
              </a:rPr>
              <a:t>Achaios</a:t>
            </a:r>
            <a:r>
              <a:rPr lang="en-US" sz="1600" dirty="0"/>
              <a:t> 6)</a:t>
            </a:r>
            <a:endParaRPr lang="nl-BE" sz="1600" b="0" u="sng" dirty="0">
              <a:solidFill>
                <a:schemeClr val="bg2">
                  <a:lumMod val="10000"/>
                </a:schemeClr>
              </a:solidFill>
              <a:effectLst/>
            </a:endParaRPr>
          </a:p>
          <a:p>
            <a:pPr algn="ctr"/>
            <a:r>
              <a:rPr lang="nl-BE" sz="1600" b="0" u="sng" dirty="0">
                <a:solidFill>
                  <a:schemeClr val="bg2">
                    <a:lumMod val="10000"/>
                  </a:schemeClr>
                </a:solidFill>
                <a:effectLst/>
              </a:rPr>
              <a:t>410 (</a:t>
            </a:r>
            <a:r>
              <a:rPr lang="nl-BE" sz="1600" b="0" u="sng" dirty="0" err="1">
                <a:solidFill>
                  <a:schemeClr val="bg2">
                    <a:lumMod val="10000"/>
                  </a:schemeClr>
                </a:solidFill>
                <a:effectLst/>
              </a:rPr>
              <a:t>Achaios</a:t>
            </a:r>
            <a:r>
              <a:rPr lang="nl-BE" sz="1600" b="0" u="sng" dirty="0">
                <a:solidFill>
                  <a:schemeClr val="bg2">
                    <a:lumMod val="10000"/>
                  </a:schemeClr>
                </a:solidFill>
                <a:effectLst/>
              </a:rPr>
              <a:t> 7)</a:t>
            </a:r>
          </a:p>
          <a:p>
            <a:pPr algn="ctr"/>
            <a:r>
              <a:rPr lang="nl-BE" sz="1600" b="0" u="sng" dirty="0">
                <a:solidFill>
                  <a:schemeClr val="bg2">
                    <a:lumMod val="10000"/>
                  </a:schemeClr>
                </a:solidFill>
                <a:effectLst/>
              </a:rPr>
              <a:t>95606 (</a:t>
            </a:r>
            <a:r>
              <a:rPr lang="nl-BE" sz="1600" b="0" u="sng" dirty="0" err="1">
                <a:solidFill>
                  <a:schemeClr val="bg2">
                    <a:lumMod val="10000"/>
                  </a:schemeClr>
                </a:solidFill>
                <a:effectLst/>
              </a:rPr>
              <a:t>Achaios</a:t>
            </a:r>
            <a:r>
              <a:rPr lang="nl-BE" sz="1600" b="0" u="sng" dirty="0">
                <a:solidFill>
                  <a:schemeClr val="bg2">
                    <a:lumMod val="10000"/>
                  </a:schemeClr>
                </a:solidFill>
                <a:effectLst/>
              </a:rPr>
              <a:t> 8)</a:t>
            </a:r>
            <a:endParaRPr lang="en-US" sz="1600" dirty="0">
              <a:solidFill>
                <a:schemeClr val="bg2">
                  <a:lumMod val="10000"/>
                </a:schemeClr>
              </a:solidFill>
            </a:endParaRPr>
          </a:p>
        </p:txBody>
      </p:sp>
      <p:sp>
        <p:nvSpPr>
          <p:cNvPr id="24" name="Rectangle: Rounded Corners 23">
            <a:extLst>
              <a:ext uri="{FF2B5EF4-FFF2-40B4-BE49-F238E27FC236}">
                <a16:creationId xmlns:a16="http://schemas.microsoft.com/office/drawing/2014/main" id="{F2986BBF-C6FF-3823-5FD8-032423380DAB}"/>
              </a:ext>
            </a:extLst>
          </p:cNvPr>
          <p:cNvSpPr/>
          <p:nvPr/>
        </p:nvSpPr>
        <p:spPr>
          <a:xfrm>
            <a:off x="563603" y="1918013"/>
            <a:ext cx="1822297" cy="42862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dirty="0"/>
              <a:t>Possible </a:t>
            </a:r>
            <a:r>
              <a:rPr lang="en-US" sz="1600" b="1" i="1" dirty="0"/>
              <a:t>RE</a:t>
            </a:r>
            <a:r>
              <a:rPr lang="en-US" sz="1600" b="1" dirty="0"/>
              <a:t> ids</a:t>
            </a:r>
            <a:endParaRPr lang="nl-BE" sz="1600" b="1" dirty="0"/>
          </a:p>
        </p:txBody>
      </p:sp>
      <p:sp>
        <p:nvSpPr>
          <p:cNvPr id="27" name="Arrow: Right 26">
            <a:extLst>
              <a:ext uri="{FF2B5EF4-FFF2-40B4-BE49-F238E27FC236}">
                <a16:creationId xmlns:a16="http://schemas.microsoft.com/office/drawing/2014/main" id="{4261F2A9-9533-FB71-9C1E-AB1A632F232E}"/>
              </a:ext>
            </a:extLst>
          </p:cNvPr>
          <p:cNvSpPr/>
          <p:nvPr/>
        </p:nvSpPr>
        <p:spPr>
          <a:xfrm rot="10800000">
            <a:off x="2597782" y="1884925"/>
            <a:ext cx="590550" cy="42862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BE"/>
          </a:p>
        </p:txBody>
      </p:sp>
      <p:sp>
        <p:nvSpPr>
          <p:cNvPr id="28" name="Rectangle: Rounded Corners 27">
            <a:extLst>
              <a:ext uri="{FF2B5EF4-FFF2-40B4-BE49-F238E27FC236}">
                <a16:creationId xmlns:a16="http://schemas.microsoft.com/office/drawing/2014/main" id="{AD1EC71E-1C68-9FE3-C24B-709F0C0A2377}"/>
              </a:ext>
            </a:extLst>
          </p:cNvPr>
          <p:cNvSpPr/>
          <p:nvPr/>
        </p:nvSpPr>
        <p:spPr>
          <a:xfrm>
            <a:off x="3311543" y="1884925"/>
            <a:ext cx="2632415" cy="42862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TM </a:t>
            </a:r>
            <a:r>
              <a:rPr lang="en-US" b="1" dirty="0" err="1"/>
              <a:t>nam</a:t>
            </a:r>
            <a:r>
              <a:rPr lang="en-US" b="1" dirty="0"/>
              <a:t> Id</a:t>
            </a:r>
            <a:endParaRPr lang="nl-BE" b="1" dirty="0"/>
          </a:p>
        </p:txBody>
      </p:sp>
      <p:sp>
        <p:nvSpPr>
          <p:cNvPr id="29" name="Rectangle: Rounded Corners 28">
            <a:extLst>
              <a:ext uri="{FF2B5EF4-FFF2-40B4-BE49-F238E27FC236}">
                <a16:creationId xmlns:a16="http://schemas.microsoft.com/office/drawing/2014/main" id="{9D1E33C2-9804-6DB7-A07D-36E011D01F31}"/>
              </a:ext>
            </a:extLst>
          </p:cNvPr>
          <p:cNvSpPr/>
          <p:nvPr/>
        </p:nvSpPr>
        <p:spPr>
          <a:xfrm>
            <a:off x="6780931" y="1879930"/>
            <a:ext cx="2080840" cy="42862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dirty="0" err="1"/>
              <a:t>GLAUx</a:t>
            </a:r>
            <a:r>
              <a:rPr lang="en-US" sz="1600" b="1" dirty="0"/>
              <a:t> lemma id</a:t>
            </a:r>
            <a:endParaRPr lang="nl-BE" sz="1600" b="1" dirty="0"/>
          </a:p>
        </p:txBody>
      </p:sp>
      <p:sp>
        <p:nvSpPr>
          <p:cNvPr id="32" name="Arrow: Right 31">
            <a:extLst>
              <a:ext uri="{FF2B5EF4-FFF2-40B4-BE49-F238E27FC236}">
                <a16:creationId xmlns:a16="http://schemas.microsoft.com/office/drawing/2014/main" id="{F74EA00C-A4BE-7CD2-4532-F9FD25F03F2A}"/>
              </a:ext>
            </a:extLst>
          </p:cNvPr>
          <p:cNvSpPr/>
          <p:nvPr/>
        </p:nvSpPr>
        <p:spPr>
          <a:xfrm rot="10800000">
            <a:off x="6096000" y="1850516"/>
            <a:ext cx="590550" cy="42862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BE"/>
          </a:p>
        </p:txBody>
      </p:sp>
      <p:sp>
        <p:nvSpPr>
          <p:cNvPr id="35" name="Arrow: Right 34">
            <a:extLst>
              <a:ext uri="{FF2B5EF4-FFF2-40B4-BE49-F238E27FC236}">
                <a16:creationId xmlns:a16="http://schemas.microsoft.com/office/drawing/2014/main" id="{078C2433-6BA3-C614-BDBF-E0E83C905D79}"/>
              </a:ext>
            </a:extLst>
          </p:cNvPr>
          <p:cNvSpPr/>
          <p:nvPr/>
        </p:nvSpPr>
        <p:spPr>
          <a:xfrm rot="13227955">
            <a:off x="8850792" y="2294294"/>
            <a:ext cx="1262125" cy="43136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BE"/>
          </a:p>
        </p:txBody>
      </p:sp>
      <p:sp>
        <p:nvSpPr>
          <p:cNvPr id="37" name="Rectangle: Rounded Corners 36">
            <a:extLst>
              <a:ext uri="{FF2B5EF4-FFF2-40B4-BE49-F238E27FC236}">
                <a16:creationId xmlns:a16="http://schemas.microsoft.com/office/drawing/2014/main" id="{603F3DD1-FA56-3ACB-E1F9-ED9796B1E00D}"/>
              </a:ext>
            </a:extLst>
          </p:cNvPr>
          <p:cNvSpPr/>
          <p:nvPr/>
        </p:nvSpPr>
        <p:spPr>
          <a:xfrm>
            <a:off x="8861294" y="3051090"/>
            <a:ext cx="2367065" cy="42862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dirty="0"/>
              <a:t>Mention + context</a:t>
            </a:r>
            <a:endParaRPr lang="nl-BE" sz="1600" b="1" dirty="0"/>
          </a:p>
        </p:txBody>
      </p:sp>
    </p:spTree>
    <p:extLst>
      <p:ext uri="{BB962C8B-B14F-4D97-AF65-F5344CB8AC3E}">
        <p14:creationId xmlns:p14="http://schemas.microsoft.com/office/powerpoint/2010/main" val="134035554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9F2566-BA32-4D7A-0D42-276265DB1FBE}"/>
            </a:ext>
          </a:extLst>
        </p:cNvPr>
        <p:cNvGrpSpPr/>
        <p:nvPr/>
      </p:nvGrpSpPr>
      <p:grpSpPr>
        <a:xfrm>
          <a:off x="0" y="0"/>
          <a:ext cx="0" cy="0"/>
          <a:chOff x="0" y="0"/>
          <a:chExt cx="0" cy="0"/>
        </a:xfrm>
      </p:grpSpPr>
      <p:sp>
        <p:nvSpPr>
          <p:cNvPr id="3" name="Tijdelijke aanduiding voor datum 2">
            <a:extLst>
              <a:ext uri="{FF2B5EF4-FFF2-40B4-BE49-F238E27FC236}">
                <a16:creationId xmlns:a16="http://schemas.microsoft.com/office/drawing/2014/main" id="{8277139D-3B55-BF65-5D24-909EFA9C4966}"/>
              </a:ext>
            </a:extLst>
          </p:cNvPr>
          <p:cNvSpPr>
            <a:spLocks noGrp="1"/>
          </p:cNvSpPr>
          <p:nvPr>
            <p:ph type="dt" sz="half" idx="10"/>
          </p:nvPr>
        </p:nvSpPr>
        <p:spPr/>
        <p:txBody>
          <a:bodyPr/>
          <a:lstStyle/>
          <a:p>
            <a:r>
              <a:rPr lang="nl-BE"/>
              <a:t>04/06/2025</a:t>
            </a:r>
            <a:endParaRPr lang="nl-NL"/>
          </a:p>
        </p:txBody>
      </p:sp>
      <p:sp>
        <p:nvSpPr>
          <p:cNvPr id="4" name="Tijdelijke aanduiding voor voettekst 3">
            <a:extLst>
              <a:ext uri="{FF2B5EF4-FFF2-40B4-BE49-F238E27FC236}">
                <a16:creationId xmlns:a16="http://schemas.microsoft.com/office/drawing/2014/main" id="{DA07C477-9D82-162F-A566-8CEAE317BA68}"/>
              </a:ext>
            </a:extLst>
          </p:cNvPr>
          <p:cNvSpPr>
            <a:spLocks noGrp="1"/>
          </p:cNvSpPr>
          <p:nvPr>
            <p:ph type="ftr" sz="quarter" idx="11"/>
          </p:nvPr>
        </p:nvSpPr>
        <p:spPr/>
        <p:txBody>
          <a:bodyPr/>
          <a:lstStyle/>
          <a:p>
            <a:r>
              <a:rPr lang="nl-NL"/>
              <a:t>NIKAW</a:t>
            </a:r>
          </a:p>
        </p:txBody>
      </p:sp>
      <p:sp>
        <p:nvSpPr>
          <p:cNvPr id="5" name="Tijdelijke aanduiding voor dianummer 4">
            <a:extLst>
              <a:ext uri="{FF2B5EF4-FFF2-40B4-BE49-F238E27FC236}">
                <a16:creationId xmlns:a16="http://schemas.microsoft.com/office/drawing/2014/main" id="{2F2588BF-3E8F-A50B-6019-43E56461435B}"/>
              </a:ext>
            </a:extLst>
          </p:cNvPr>
          <p:cNvSpPr>
            <a:spLocks noGrp="1"/>
          </p:cNvSpPr>
          <p:nvPr>
            <p:ph type="sldNum" sz="quarter" idx="12"/>
          </p:nvPr>
        </p:nvSpPr>
        <p:spPr/>
        <p:txBody>
          <a:bodyPr/>
          <a:lstStyle/>
          <a:p>
            <a:fld id="{0A297500-7527-634B-90F4-69D0994C32B4}" type="slidenum">
              <a:rPr lang="nl-NL" smtClean="0"/>
              <a:t>17</a:t>
            </a:fld>
            <a:endParaRPr lang="nl-NL"/>
          </a:p>
        </p:txBody>
      </p:sp>
      <p:sp>
        <p:nvSpPr>
          <p:cNvPr id="6" name="Titel 5">
            <a:extLst>
              <a:ext uri="{FF2B5EF4-FFF2-40B4-BE49-F238E27FC236}">
                <a16:creationId xmlns:a16="http://schemas.microsoft.com/office/drawing/2014/main" id="{1E2A9BFC-4401-FA2B-8442-7032D3242A35}"/>
              </a:ext>
            </a:extLst>
          </p:cNvPr>
          <p:cNvSpPr>
            <a:spLocks noGrp="1"/>
          </p:cNvSpPr>
          <p:nvPr>
            <p:ph type="title"/>
          </p:nvPr>
        </p:nvSpPr>
        <p:spPr/>
        <p:txBody>
          <a:bodyPr/>
          <a:lstStyle/>
          <a:p>
            <a:r>
              <a:rPr lang="en-US" cap="small" dirty="0">
                <a:latin typeface="Arial"/>
                <a:cs typeface="Arial"/>
              </a:rPr>
              <a:t>results first run*</a:t>
            </a:r>
          </a:p>
        </p:txBody>
      </p:sp>
      <p:graphicFrame>
        <p:nvGraphicFramePr>
          <p:cNvPr id="74" name="Content Placeholder 6">
            <a:extLst>
              <a:ext uri="{FF2B5EF4-FFF2-40B4-BE49-F238E27FC236}">
                <a16:creationId xmlns:a16="http://schemas.microsoft.com/office/drawing/2014/main" id="{086C315B-7082-8762-F09A-79CEF5056DA5}"/>
              </a:ext>
            </a:extLst>
          </p:cNvPr>
          <p:cNvGraphicFramePr>
            <a:graphicFrameLocks noGrp="1"/>
          </p:cNvGraphicFramePr>
          <p:nvPr>
            <p:ph idx="1"/>
            <p:extLst>
              <p:ext uri="{D42A27DB-BD31-4B8C-83A1-F6EECF244321}">
                <p14:modId xmlns:p14="http://schemas.microsoft.com/office/powerpoint/2010/main" val="4145833434"/>
              </p:ext>
            </p:extLst>
          </p:nvPr>
        </p:nvGraphicFramePr>
        <p:xfrm>
          <a:off x="576000" y="1148724"/>
          <a:ext cx="10270744" cy="5122140"/>
        </p:xfrm>
        <a:graphic>
          <a:graphicData uri="http://schemas.openxmlformats.org/drawingml/2006/table">
            <a:tbl>
              <a:tblPr firstRow="1" bandRow="1">
                <a:tableStyleId>{3B4B98B0-60AC-42C2-AFA5-B58CD77FA1E5}</a:tableStyleId>
              </a:tblPr>
              <a:tblGrid>
                <a:gridCol w="4544640">
                  <a:extLst>
                    <a:ext uri="{9D8B030D-6E8A-4147-A177-3AD203B41FA5}">
                      <a16:colId xmlns:a16="http://schemas.microsoft.com/office/drawing/2014/main" val="2543210468"/>
                    </a:ext>
                  </a:extLst>
                </a:gridCol>
                <a:gridCol w="1634490">
                  <a:extLst>
                    <a:ext uri="{9D8B030D-6E8A-4147-A177-3AD203B41FA5}">
                      <a16:colId xmlns:a16="http://schemas.microsoft.com/office/drawing/2014/main" val="1243211138"/>
                    </a:ext>
                  </a:extLst>
                </a:gridCol>
                <a:gridCol w="1908810">
                  <a:extLst>
                    <a:ext uri="{9D8B030D-6E8A-4147-A177-3AD203B41FA5}">
                      <a16:colId xmlns:a16="http://schemas.microsoft.com/office/drawing/2014/main" val="3773998087"/>
                    </a:ext>
                  </a:extLst>
                </a:gridCol>
                <a:gridCol w="2182804">
                  <a:extLst>
                    <a:ext uri="{9D8B030D-6E8A-4147-A177-3AD203B41FA5}">
                      <a16:colId xmlns:a16="http://schemas.microsoft.com/office/drawing/2014/main" val="3742417276"/>
                    </a:ext>
                  </a:extLst>
                </a:gridCol>
              </a:tblGrid>
              <a:tr h="688159">
                <a:tc>
                  <a:txBody>
                    <a:bodyPr/>
                    <a:lstStyle/>
                    <a:p>
                      <a:r>
                        <a:rPr lang="en-US" dirty="0"/>
                        <a:t>Model</a:t>
                      </a:r>
                      <a:endParaRPr lang="nl-BE" dirty="0"/>
                    </a:p>
                  </a:txBody>
                  <a:tcPr/>
                </a:tc>
                <a:tc>
                  <a:txBody>
                    <a:bodyPr/>
                    <a:lstStyle/>
                    <a:p>
                      <a:r>
                        <a:rPr lang="en-US" dirty="0" err="1"/>
                        <a:t>Biencoder</a:t>
                      </a:r>
                      <a:r>
                        <a:rPr lang="en-US" dirty="0"/>
                        <a:t> recall@top64</a:t>
                      </a:r>
                      <a:endParaRPr lang="nl-BE" dirty="0"/>
                    </a:p>
                  </a:txBody>
                  <a:tcPr/>
                </a:tc>
                <a:tc>
                  <a:txBody>
                    <a:bodyPr/>
                    <a:lstStyle/>
                    <a:p>
                      <a:r>
                        <a:rPr lang="en-US" dirty="0" err="1"/>
                        <a:t>Crossencoder</a:t>
                      </a:r>
                      <a:r>
                        <a:rPr lang="en-US" dirty="0"/>
                        <a:t> accuracy</a:t>
                      </a:r>
                      <a:endParaRPr lang="nl-BE" dirty="0"/>
                    </a:p>
                  </a:txBody>
                  <a:tcPr/>
                </a:tc>
                <a:tc>
                  <a:txBody>
                    <a:bodyPr/>
                    <a:lstStyle/>
                    <a:p>
                      <a:r>
                        <a:rPr lang="en-US" dirty="0"/>
                        <a:t>Overall accuracy</a:t>
                      </a:r>
                      <a:endParaRPr lang="nl-BE" dirty="0"/>
                    </a:p>
                  </a:txBody>
                  <a:tcPr/>
                </a:tc>
                <a:extLst>
                  <a:ext uri="{0D108BD9-81ED-4DB2-BD59-A6C34878D82A}">
                    <a16:rowId xmlns:a16="http://schemas.microsoft.com/office/drawing/2014/main" val="1062604449"/>
                  </a:ext>
                </a:extLst>
              </a:tr>
              <a:tr h="393234">
                <a:tc gridSpan="4">
                  <a:txBody>
                    <a:bodyPr/>
                    <a:lstStyle/>
                    <a:p>
                      <a:pPr algn="ctr"/>
                      <a:r>
                        <a:rPr lang="en-US" b="1" dirty="0"/>
                        <a:t>In domain test-set</a:t>
                      </a:r>
                    </a:p>
                  </a:txBody>
                  <a:tcPr/>
                </a:tc>
                <a:tc hMerge="1">
                  <a:txBody>
                    <a:bodyPr/>
                    <a:lstStyle/>
                    <a:p>
                      <a:endParaRPr lang="nl-BE"/>
                    </a:p>
                  </a:txBody>
                  <a:tcPr/>
                </a:tc>
                <a:tc hMerge="1">
                  <a:txBody>
                    <a:bodyPr/>
                    <a:lstStyle/>
                    <a:p>
                      <a:endParaRPr lang="nl-BE"/>
                    </a:p>
                  </a:txBody>
                  <a:tcPr/>
                </a:tc>
                <a:tc hMerge="1">
                  <a:txBody>
                    <a:bodyPr/>
                    <a:lstStyle/>
                    <a:p>
                      <a:pPr algn="ctr"/>
                      <a:endParaRPr lang="en-US" b="1" dirty="0"/>
                    </a:p>
                  </a:txBody>
                  <a:tcPr/>
                </a:tc>
                <a:extLst>
                  <a:ext uri="{0D108BD9-81ED-4DB2-BD59-A6C34878D82A}">
                    <a16:rowId xmlns:a16="http://schemas.microsoft.com/office/drawing/2014/main" val="258416393"/>
                  </a:ext>
                </a:extLst>
              </a:tr>
              <a:tr h="385312">
                <a:tc>
                  <a:txBody>
                    <a:bodyPr/>
                    <a:lstStyle/>
                    <a:p>
                      <a:pPr algn="r">
                        <a:lnSpc>
                          <a:spcPct val="107000"/>
                        </a:lnSpc>
                        <a:spcAft>
                          <a:spcPts val="800"/>
                        </a:spcAft>
                        <a:buNone/>
                      </a:pPr>
                      <a:r>
                        <a:rPr lang="nl-BE" sz="2000" kern="100">
                          <a:solidFill>
                            <a:srgbClr val="000000"/>
                          </a:solidFill>
                          <a:effectLst/>
                        </a:rPr>
                        <a:t>UGARIT_kurz</a:t>
                      </a:r>
                      <a:endParaRPr lang="nl-BE" sz="2000" i="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r>
                        <a:rPr lang="nl-BE" sz="2000" kern="100">
                          <a:solidFill>
                            <a:srgbClr val="000000"/>
                          </a:solidFill>
                          <a:effectLst/>
                        </a:rPr>
                        <a:t>76.87</a:t>
                      </a:r>
                      <a:endParaRPr lang="nl-BE"/>
                    </a:p>
                  </a:txBody>
                  <a:tcPr marL="68580" marR="68580" marT="0" marB="0" anchor="ctr"/>
                </a:tc>
                <a:tc>
                  <a:txBody>
                    <a:bodyPr/>
                    <a:lstStyle/>
                    <a:p>
                      <a:pPr algn="ctr">
                        <a:lnSpc>
                          <a:spcPct val="107000"/>
                        </a:lnSpc>
                        <a:spcAft>
                          <a:spcPts val="800"/>
                        </a:spcAft>
                        <a:buNone/>
                      </a:pPr>
                      <a:r>
                        <a:rPr lang="nl-BE" sz="2000" kern="100">
                          <a:solidFill>
                            <a:srgbClr val="000000"/>
                          </a:solidFill>
                          <a:effectLst/>
                        </a:rPr>
                        <a:t>6.53</a:t>
                      </a:r>
                      <a:endParaRPr lang="nl-BE" sz="2000" i="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buNone/>
                      </a:pPr>
                      <a:r>
                        <a:rPr lang="nl-BE" sz="2000" kern="100">
                          <a:solidFill>
                            <a:srgbClr val="000000"/>
                          </a:solidFill>
                          <a:effectLst/>
                        </a:rPr>
                        <a:t>5.02</a:t>
                      </a:r>
                      <a:endParaRPr lang="nl-BE" sz="2000" i="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2231102831"/>
                  </a:ext>
                </a:extLst>
              </a:tr>
              <a:tr h="385312">
                <a:tc>
                  <a:txBody>
                    <a:bodyPr/>
                    <a:lstStyle/>
                    <a:p>
                      <a:pPr algn="r">
                        <a:lnSpc>
                          <a:spcPct val="107000"/>
                        </a:lnSpc>
                        <a:spcAft>
                          <a:spcPts val="800"/>
                        </a:spcAft>
                        <a:buNone/>
                      </a:pPr>
                      <a:r>
                        <a:rPr lang="nl-BE" sz="2000" kern="100">
                          <a:solidFill>
                            <a:srgbClr val="000000"/>
                          </a:solidFill>
                          <a:effectLst/>
                        </a:rPr>
                        <a:t>UGARIT_long</a:t>
                      </a:r>
                      <a:endParaRPr lang="nl-BE" sz="2000" i="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r>
                        <a:rPr lang="nl-BE" sz="2000" kern="100">
                          <a:solidFill>
                            <a:srgbClr val="000000"/>
                          </a:solidFill>
                          <a:effectLst/>
                        </a:rPr>
                        <a:t>89.72</a:t>
                      </a:r>
                      <a:endParaRPr lang="nl-BE"/>
                    </a:p>
                  </a:txBody>
                  <a:tcPr marL="68580" marR="68580" marT="0" marB="0" anchor="ctr"/>
                </a:tc>
                <a:tc>
                  <a:txBody>
                    <a:bodyPr/>
                    <a:lstStyle/>
                    <a:p>
                      <a:pPr algn="ctr">
                        <a:lnSpc>
                          <a:spcPct val="107000"/>
                        </a:lnSpc>
                        <a:spcAft>
                          <a:spcPts val="800"/>
                        </a:spcAft>
                        <a:buNone/>
                      </a:pPr>
                      <a:r>
                        <a:rPr lang="nl-BE" sz="2000" kern="100">
                          <a:solidFill>
                            <a:srgbClr val="000000"/>
                          </a:solidFill>
                          <a:effectLst/>
                        </a:rPr>
                        <a:t>76.12</a:t>
                      </a:r>
                      <a:endParaRPr lang="nl-BE" sz="2000" i="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buNone/>
                      </a:pPr>
                      <a:r>
                        <a:rPr lang="nl-BE" sz="2000" kern="100">
                          <a:solidFill>
                            <a:srgbClr val="000000"/>
                          </a:solidFill>
                          <a:effectLst/>
                        </a:rPr>
                        <a:t>68.38</a:t>
                      </a:r>
                      <a:endParaRPr lang="nl-BE" sz="2000" i="0" kern="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1256675923"/>
                  </a:ext>
                </a:extLst>
              </a:tr>
              <a:tr h="380034">
                <a:tc>
                  <a:txBody>
                    <a:bodyPr/>
                    <a:lstStyle/>
                    <a:p>
                      <a:pPr algn="r">
                        <a:lnSpc>
                          <a:spcPct val="107000"/>
                        </a:lnSpc>
                        <a:spcAft>
                          <a:spcPts val="800"/>
                        </a:spcAft>
                        <a:buNone/>
                      </a:pPr>
                      <a:r>
                        <a:rPr lang="nl-BE" sz="2000" kern="100">
                          <a:solidFill>
                            <a:srgbClr val="000000"/>
                          </a:solidFill>
                          <a:effectLst/>
                        </a:rPr>
                        <a:t>Philberta_kurz</a:t>
                      </a:r>
                      <a:endParaRPr lang="nl-BE" sz="2000" i="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r>
                        <a:rPr lang="nl-BE" sz="2000" kern="100">
                          <a:effectLst/>
                        </a:rPr>
                        <a:t>84.80</a:t>
                      </a:r>
                      <a:endParaRPr lang="nl-BE"/>
                    </a:p>
                  </a:txBody>
                  <a:tcPr marL="68580" marR="68580" marT="0" marB="0" anchor="ctr"/>
                </a:tc>
                <a:tc>
                  <a:txBody>
                    <a:bodyPr/>
                    <a:lstStyle/>
                    <a:p>
                      <a:pPr algn="ctr">
                        <a:lnSpc>
                          <a:spcPct val="107000"/>
                        </a:lnSpc>
                        <a:spcAft>
                          <a:spcPts val="800"/>
                        </a:spcAft>
                        <a:buNone/>
                      </a:pPr>
                      <a:r>
                        <a:rPr lang="nl-BE" sz="2000" kern="100">
                          <a:effectLst/>
                        </a:rPr>
                        <a:t>3.81</a:t>
                      </a:r>
                      <a:endParaRPr lang="nl-BE" sz="2000" i="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buNone/>
                      </a:pPr>
                      <a:r>
                        <a:rPr lang="nl-BE" sz="2000" kern="100">
                          <a:effectLst/>
                        </a:rPr>
                        <a:t>3.24</a:t>
                      </a:r>
                      <a:endParaRPr lang="nl-BE" sz="2000" i="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640542605"/>
                  </a:ext>
                </a:extLst>
              </a:tr>
              <a:tr h="335068">
                <a:tc>
                  <a:txBody>
                    <a:bodyPr/>
                    <a:lstStyle/>
                    <a:p>
                      <a:pPr algn="r">
                        <a:lnSpc>
                          <a:spcPct val="107000"/>
                        </a:lnSpc>
                        <a:spcAft>
                          <a:spcPts val="800"/>
                        </a:spcAft>
                        <a:buNone/>
                      </a:pPr>
                      <a:r>
                        <a:rPr lang="nl-BE" sz="2000" kern="100">
                          <a:solidFill>
                            <a:srgbClr val="000000"/>
                          </a:solidFill>
                          <a:effectLst/>
                        </a:rPr>
                        <a:t>Philberta_long</a:t>
                      </a:r>
                      <a:endParaRPr lang="nl-BE" sz="2000" i="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r>
                        <a:rPr lang="nl-BE" sz="2000" kern="100">
                          <a:solidFill>
                            <a:srgbClr val="000000"/>
                          </a:solidFill>
                          <a:effectLst/>
                        </a:rPr>
                        <a:t>88.94</a:t>
                      </a:r>
                      <a:endParaRPr lang="nl-BE"/>
                    </a:p>
                  </a:txBody>
                  <a:tcPr marL="68580" marR="68580" marT="0" marB="0" anchor="ctr"/>
                </a:tc>
                <a:tc>
                  <a:txBody>
                    <a:bodyPr/>
                    <a:lstStyle/>
                    <a:p>
                      <a:pPr algn="ctr">
                        <a:lnSpc>
                          <a:spcPct val="107000"/>
                        </a:lnSpc>
                        <a:spcAft>
                          <a:spcPts val="800"/>
                        </a:spcAft>
                        <a:buNone/>
                      </a:pPr>
                      <a:r>
                        <a:rPr lang="en-US" sz="2000" kern="100">
                          <a:solidFill>
                            <a:srgbClr val="000000"/>
                          </a:solidFill>
                          <a:effectLst/>
                        </a:rPr>
                        <a:t>47.23</a:t>
                      </a:r>
                      <a:endParaRPr lang="nl-BE" sz="2000" i="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buNone/>
                      </a:pPr>
                      <a:r>
                        <a:rPr lang="en-US" sz="2000" kern="100">
                          <a:solidFill>
                            <a:srgbClr val="000000"/>
                          </a:solidFill>
                          <a:effectLst/>
                        </a:rPr>
                        <a:t>42.01</a:t>
                      </a:r>
                      <a:endParaRPr lang="nl-BE" sz="2000" i="0" kern="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521942486"/>
                  </a:ext>
                </a:extLst>
              </a:tr>
              <a:tr h="426003">
                <a:tc>
                  <a:txBody>
                    <a:bodyPr/>
                    <a:lstStyle/>
                    <a:p>
                      <a:pPr algn="r"/>
                      <a:r>
                        <a:rPr lang="en-US" sz="2000" b="0" dirty="0"/>
                        <a:t>Baseline</a:t>
                      </a:r>
                      <a:endParaRPr lang="nl-BE" sz="2000" b="0" i="0" dirty="0">
                        <a:latin typeface="+mn-lt"/>
                      </a:endParaRPr>
                    </a:p>
                  </a:txBody>
                  <a:tcPr/>
                </a:tc>
                <a:tc>
                  <a:txBody>
                    <a:bodyPr/>
                    <a:lstStyle/>
                    <a:p>
                      <a:pPr algn="ctr"/>
                      <a:r>
                        <a:rPr lang="nl-BE" sz="2000" kern="100" dirty="0">
                          <a:solidFill>
                            <a:srgbClr val="000000"/>
                          </a:solidFill>
                          <a:effectLst/>
                        </a:rPr>
                        <a:t>88.49</a:t>
                      </a:r>
                      <a:endParaRPr lang="nl-BE" dirty="0"/>
                    </a:p>
                  </a:txBody>
                  <a:tcPr marL="68580" marR="68580" marT="0" marB="0" anchor="ctr"/>
                </a:tc>
                <a:tc>
                  <a:txBody>
                    <a:bodyPr/>
                    <a:lstStyle/>
                    <a:p>
                      <a:pPr algn="ctr">
                        <a:lnSpc>
                          <a:spcPct val="107000"/>
                        </a:lnSpc>
                        <a:spcAft>
                          <a:spcPts val="800"/>
                        </a:spcAft>
                        <a:buNone/>
                      </a:pPr>
                      <a:r>
                        <a:rPr lang="nl-BE" sz="2000" kern="100" dirty="0">
                          <a:solidFill>
                            <a:srgbClr val="000000"/>
                          </a:solidFill>
                          <a:effectLst/>
                        </a:rPr>
                        <a:t>n/a</a:t>
                      </a:r>
                      <a:endParaRPr lang="nl-BE" sz="2000" i="0" kern="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buNone/>
                      </a:pPr>
                      <a:r>
                        <a:rPr lang="nl-BE" sz="2000" kern="100" dirty="0">
                          <a:solidFill>
                            <a:srgbClr val="000000"/>
                          </a:solidFill>
                          <a:effectLst/>
                        </a:rPr>
                        <a:t>n/a</a:t>
                      </a:r>
                      <a:endParaRPr lang="nl-BE" sz="2000" i="0" kern="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2768262506"/>
                  </a:ext>
                </a:extLst>
              </a:tr>
              <a:tr h="393234">
                <a:tc gridSpan="4">
                  <a:txBody>
                    <a:bodyPr/>
                    <a:lstStyle/>
                    <a:p>
                      <a:pPr algn="ctr"/>
                      <a:r>
                        <a:rPr lang="en-US" sz="2000" b="1" dirty="0"/>
                        <a:t>Plato test-set</a:t>
                      </a:r>
                      <a:endParaRPr lang="nl-BE" sz="2000" b="1" dirty="0">
                        <a:latin typeface="+mn-lt"/>
                      </a:endParaRPr>
                    </a:p>
                  </a:txBody>
                  <a:tcPr/>
                </a:tc>
                <a:tc hMerge="1">
                  <a:txBody>
                    <a:bodyPr/>
                    <a:lstStyle/>
                    <a:p>
                      <a:endParaRPr lang="nl-BE"/>
                    </a:p>
                  </a:txBody>
                  <a:tcPr/>
                </a:tc>
                <a:tc hMerge="1">
                  <a:txBody>
                    <a:bodyPr/>
                    <a:lstStyle/>
                    <a:p>
                      <a:endParaRPr lang="nl-BE"/>
                    </a:p>
                  </a:txBody>
                  <a:tcPr/>
                </a:tc>
                <a:tc hMerge="1">
                  <a:txBody>
                    <a:bodyPr/>
                    <a:lstStyle/>
                    <a:p>
                      <a:pPr algn="ctr"/>
                      <a:endParaRPr lang="nl-BE" sz="2000" b="1" dirty="0">
                        <a:latin typeface="+mn-lt"/>
                      </a:endParaRPr>
                    </a:p>
                  </a:txBody>
                  <a:tcPr/>
                </a:tc>
                <a:extLst>
                  <a:ext uri="{0D108BD9-81ED-4DB2-BD59-A6C34878D82A}">
                    <a16:rowId xmlns:a16="http://schemas.microsoft.com/office/drawing/2014/main" val="714155929"/>
                  </a:ext>
                </a:extLst>
              </a:tr>
              <a:tr h="183168">
                <a:tc>
                  <a:txBody>
                    <a:bodyPr/>
                    <a:lstStyle/>
                    <a:p>
                      <a:pPr algn="r">
                        <a:lnSpc>
                          <a:spcPct val="107000"/>
                        </a:lnSpc>
                        <a:spcAft>
                          <a:spcPts val="800"/>
                        </a:spcAft>
                        <a:buNone/>
                      </a:pPr>
                      <a:r>
                        <a:rPr lang="nl-BE" sz="2000" kern="100" dirty="0" err="1">
                          <a:effectLst/>
                        </a:rPr>
                        <a:t>UGARIT_long</a:t>
                      </a:r>
                      <a:r>
                        <a:rPr lang="nl-BE" sz="2000" kern="100" dirty="0">
                          <a:effectLst/>
                        </a:rPr>
                        <a:t> (1,541 </a:t>
                      </a:r>
                      <a:r>
                        <a:rPr lang="nl-BE" sz="2000" kern="100" dirty="0" err="1">
                          <a:effectLst/>
                        </a:rPr>
                        <a:t>mentions</a:t>
                      </a:r>
                      <a:r>
                        <a:rPr lang="nl-BE" sz="2000" kern="100" dirty="0">
                          <a:effectLst/>
                        </a:rPr>
                        <a:t>)</a:t>
                      </a:r>
                      <a:endParaRPr lang="nl-BE" sz="2000" kern="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buNone/>
                      </a:pPr>
                      <a:r>
                        <a:rPr lang="nl-BE" sz="2000" kern="100">
                          <a:effectLst/>
                        </a:rPr>
                        <a:t>79.96</a:t>
                      </a:r>
                      <a:endParaRPr lang="nl-BE" sz="2000" kern="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buNone/>
                      </a:pPr>
                      <a:r>
                        <a:rPr lang="nl-BE" sz="2000" kern="100">
                          <a:effectLst/>
                        </a:rPr>
                        <a:t>37.98</a:t>
                      </a:r>
                      <a:endParaRPr lang="nl-BE" sz="2000" kern="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buNone/>
                      </a:pPr>
                      <a:r>
                        <a:rPr lang="nl-BE" sz="2000" kern="100">
                          <a:effectLst/>
                        </a:rPr>
                        <a:t>30.37</a:t>
                      </a:r>
                      <a:endParaRPr lang="nl-BE" sz="20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147232944"/>
                  </a:ext>
                </a:extLst>
              </a:tr>
              <a:tr h="183168">
                <a:tc>
                  <a:txBody>
                    <a:bodyPr/>
                    <a:lstStyle/>
                    <a:p>
                      <a:pPr algn="r">
                        <a:lnSpc>
                          <a:spcPct val="107000"/>
                        </a:lnSpc>
                        <a:spcAft>
                          <a:spcPts val="800"/>
                        </a:spcAft>
                        <a:buNone/>
                      </a:pPr>
                      <a:r>
                        <a:rPr lang="nl-BE" sz="2000" kern="100">
                          <a:effectLst/>
                        </a:rPr>
                        <a:t>UGARIT_kurz (2,929 mentions)</a:t>
                      </a:r>
                      <a:endParaRPr lang="nl-BE" sz="20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buNone/>
                      </a:pPr>
                      <a:r>
                        <a:rPr lang="nl-BE" sz="2000" kern="100">
                          <a:effectLst/>
                        </a:rPr>
                        <a:t>62.47</a:t>
                      </a:r>
                      <a:endParaRPr lang="nl-BE" sz="2000" kern="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buNone/>
                      </a:pPr>
                      <a:r>
                        <a:rPr lang="nl-BE" sz="2000" kern="100">
                          <a:effectLst/>
                        </a:rPr>
                        <a:t>9.36</a:t>
                      </a:r>
                      <a:endParaRPr lang="nl-BE" sz="2000" kern="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buNone/>
                      </a:pPr>
                      <a:r>
                        <a:rPr lang="nl-BE" sz="2000" kern="100">
                          <a:effectLst/>
                        </a:rPr>
                        <a:t>5.87</a:t>
                      </a:r>
                      <a:endParaRPr lang="nl-BE" sz="2000" kern="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1471424152"/>
                  </a:ext>
                </a:extLst>
              </a:tr>
              <a:tr h="183168">
                <a:tc>
                  <a:txBody>
                    <a:bodyPr/>
                    <a:lstStyle/>
                    <a:p>
                      <a:pPr algn="r">
                        <a:lnSpc>
                          <a:spcPct val="107000"/>
                        </a:lnSpc>
                        <a:spcAft>
                          <a:spcPts val="800"/>
                        </a:spcAft>
                        <a:buNone/>
                      </a:pPr>
                      <a:r>
                        <a:rPr lang="nl-BE" sz="2000" kern="100">
                          <a:effectLst/>
                        </a:rPr>
                        <a:t>Philberta_long (1,541 mentions)</a:t>
                      </a:r>
                      <a:endParaRPr lang="nl-BE" sz="20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buNone/>
                      </a:pPr>
                      <a:r>
                        <a:rPr lang="nl-BE" sz="2000" kern="100">
                          <a:effectLst/>
                        </a:rPr>
                        <a:t>68.72</a:t>
                      </a:r>
                      <a:endParaRPr lang="nl-BE" sz="2000" kern="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buNone/>
                      </a:pPr>
                      <a:r>
                        <a:rPr lang="nl-BE" sz="2000" kern="100">
                          <a:effectLst/>
                        </a:rPr>
                        <a:t>27.67</a:t>
                      </a:r>
                      <a:endParaRPr lang="nl-BE" sz="2000" kern="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buNone/>
                      </a:pPr>
                      <a:r>
                        <a:rPr lang="nl-BE" sz="2000" kern="100">
                          <a:effectLst/>
                        </a:rPr>
                        <a:t>19.01</a:t>
                      </a:r>
                      <a:endParaRPr lang="nl-BE" sz="2000" kern="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673631122"/>
                  </a:ext>
                </a:extLst>
              </a:tr>
              <a:tr h="240058">
                <a:tc>
                  <a:txBody>
                    <a:bodyPr/>
                    <a:lstStyle/>
                    <a:p>
                      <a:pPr algn="r">
                        <a:lnSpc>
                          <a:spcPct val="107000"/>
                        </a:lnSpc>
                        <a:spcAft>
                          <a:spcPts val="800"/>
                        </a:spcAft>
                        <a:buNone/>
                      </a:pPr>
                      <a:r>
                        <a:rPr lang="nl-BE" sz="2000" kern="100">
                          <a:effectLst/>
                        </a:rPr>
                        <a:t>Philberta_kurz (2,929 mentions)</a:t>
                      </a:r>
                      <a:endParaRPr lang="nl-BE" sz="20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buNone/>
                      </a:pPr>
                      <a:r>
                        <a:rPr lang="nl-BE" sz="2000" kern="100">
                          <a:effectLst/>
                        </a:rPr>
                        <a:t>55.24</a:t>
                      </a:r>
                      <a:endParaRPr lang="nl-BE" sz="2000" kern="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buNone/>
                      </a:pPr>
                      <a:r>
                        <a:rPr lang="nl-BE" sz="2000" kern="100">
                          <a:effectLst/>
                        </a:rPr>
                        <a:t>3.27</a:t>
                      </a:r>
                      <a:endParaRPr lang="nl-BE" sz="2000" kern="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buNone/>
                      </a:pPr>
                      <a:r>
                        <a:rPr lang="nl-BE" sz="2000" kern="100">
                          <a:effectLst/>
                        </a:rPr>
                        <a:t>1.81</a:t>
                      </a:r>
                      <a:endParaRPr lang="nl-BE" sz="2000" kern="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2142120634"/>
                  </a:ext>
                </a:extLst>
              </a:tr>
              <a:tr h="183168">
                <a:tc>
                  <a:txBody>
                    <a:bodyPr/>
                    <a:lstStyle/>
                    <a:p>
                      <a:pPr algn="r">
                        <a:lnSpc>
                          <a:spcPct val="107000"/>
                        </a:lnSpc>
                        <a:spcAft>
                          <a:spcPts val="800"/>
                        </a:spcAft>
                        <a:buNone/>
                      </a:pPr>
                      <a:r>
                        <a:rPr lang="nl-BE" sz="2000" kern="100">
                          <a:effectLst/>
                        </a:rPr>
                        <a:t>Baseline (2,929 mentions)</a:t>
                      </a:r>
                      <a:endParaRPr lang="nl-BE" sz="20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buNone/>
                      </a:pPr>
                      <a:r>
                        <a:rPr lang="nl-BE" sz="2000" kern="100" dirty="0">
                          <a:effectLst/>
                        </a:rPr>
                        <a:t>76.85</a:t>
                      </a:r>
                      <a:endParaRPr lang="nl-BE" sz="2000" kern="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buNone/>
                      </a:pPr>
                      <a:r>
                        <a:rPr lang="nl-BE" sz="2000" kern="100" dirty="0">
                          <a:effectLst/>
                        </a:rPr>
                        <a:t>n/a</a:t>
                      </a:r>
                      <a:endParaRPr lang="nl-BE" sz="2000" kern="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buNone/>
                      </a:pPr>
                      <a:r>
                        <a:rPr lang="nl-BE" sz="2000" kern="100" dirty="0">
                          <a:effectLst/>
                        </a:rPr>
                        <a:t>n/a</a:t>
                      </a:r>
                      <a:endParaRPr lang="nl-BE" sz="2000" kern="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3968576832"/>
                  </a:ext>
                </a:extLst>
              </a:tr>
              <a:tr h="184328">
                <a:tc gridSpan="4">
                  <a:txBody>
                    <a:bodyPr/>
                    <a:lstStyle/>
                    <a:p>
                      <a:pPr algn="r">
                        <a:lnSpc>
                          <a:spcPct val="107000"/>
                        </a:lnSpc>
                        <a:spcAft>
                          <a:spcPts val="800"/>
                        </a:spcAft>
                        <a:buNone/>
                      </a:pPr>
                      <a:endParaRPr lang="nl-BE" sz="1100" kern="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hMerge="1">
                  <a:txBody>
                    <a:bodyPr/>
                    <a:lstStyle/>
                    <a:p>
                      <a:endParaRPr lang="nl-BE"/>
                    </a:p>
                  </a:txBody>
                  <a:tcPr/>
                </a:tc>
                <a:tc hMerge="1">
                  <a:txBody>
                    <a:bodyPr/>
                    <a:lstStyle/>
                    <a:p>
                      <a:endParaRPr lang="nl-BE"/>
                    </a:p>
                  </a:txBody>
                  <a:tcPr/>
                </a:tc>
                <a:tc hMerge="1">
                  <a:txBody>
                    <a:bodyPr/>
                    <a:lstStyle/>
                    <a:p>
                      <a:pPr algn="r">
                        <a:lnSpc>
                          <a:spcPct val="107000"/>
                        </a:lnSpc>
                        <a:spcAft>
                          <a:spcPts val="800"/>
                        </a:spcAft>
                        <a:buNone/>
                      </a:pPr>
                      <a:endParaRPr lang="nl-BE" sz="1100" kern="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2162666832"/>
                  </a:ext>
                </a:extLst>
              </a:tr>
            </a:tbl>
          </a:graphicData>
        </a:graphic>
      </p:graphicFrame>
    </p:spTree>
    <p:extLst>
      <p:ext uri="{BB962C8B-B14F-4D97-AF65-F5344CB8AC3E}">
        <p14:creationId xmlns:p14="http://schemas.microsoft.com/office/powerpoint/2010/main" val="375834097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F21B2A-F526-F5F1-9ECB-45C8B89CC6CF}"/>
            </a:ext>
          </a:extLst>
        </p:cNvPr>
        <p:cNvGrpSpPr/>
        <p:nvPr/>
      </p:nvGrpSpPr>
      <p:grpSpPr>
        <a:xfrm>
          <a:off x="0" y="0"/>
          <a:ext cx="0" cy="0"/>
          <a:chOff x="0" y="0"/>
          <a:chExt cx="0" cy="0"/>
        </a:xfrm>
      </p:grpSpPr>
      <p:sp>
        <p:nvSpPr>
          <p:cNvPr id="3" name="Tijdelijke aanduiding voor datum 2">
            <a:extLst>
              <a:ext uri="{FF2B5EF4-FFF2-40B4-BE49-F238E27FC236}">
                <a16:creationId xmlns:a16="http://schemas.microsoft.com/office/drawing/2014/main" id="{9BA36EF5-2462-5036-8FCB-077633D035E5}"/>
              </a:ext>
            </a:extLst>
          </p:cNvPr>
          <p:cNvSpPr>
            <a:spLocks noGrp="1"/>
          </p:cNvSpPr>
          <p:nvPr>
            <p:ph type="dt" sz="half" idx="10"/>
          </p:nvPr>
        </p:nvSpPr>
        <p:spPr/>
        <p:txBody>
          <a:bodyPr/>
          <a:lstStyle/>
          <a:p>
            <a:r>
              <a:rPr lang="nl-BE"/>
              <a:t>04/06/2025</a:t>
            </a:r>
            <a:endParaRPr lang="nl-NL"/>
          </a:p>
        </p:txBody>
      </p:sp>
      <p:sp>
        <p:nvSpPr>
          <p:cNvPr id="4" name="Tijdelijke aanduiding voor voettekst 3">
            <a:extLst>
              <a:ext uri="{FF2B5EF4-FFF2-40B4-BE49-F238E27FC236}">
                <a16:creationId xmlns:a16="http://schemas.microsoft.com/office/drawing/2014/main" id="{990300DB-B895-225F-8A52-D95C5F06BFF7}"/>
              </a:ext>
            </a:extLst>
          </p:cNvPr>
          <p:cNvSpPr>
            <a:spLocks noGrp="1"/>
          </p:cNvSpPr>
          <p:nvPr>
            <p:ph type="ftr" sz="quarter" idx="11"/>
          </p:nvPr>
        </p:nvSpPr>
        <p:spPr/>
        <p:txBody>
          <a:bodyPr/>
          <a:lstStyle/>
          <a:p>
            <a:r>
              <a:rPr lang="nl-NL"/>
              <a:t>NIKAW</a:t>
            </a:r>
          </a:p>
        </p:txBody>
      </p:sp>
      <p:sp>
        <p:nvSpPr>
          <p:cNvPr id="5" name="Tijdelijke aanduiding voor dianummer 4">
            <a:extLst>
              <a:ext uri="{FF2B5EF4-FFF2-40B4-BE49-F238E27FC236}">
                <a16:creationId xmlns:a16="http://schemas.microsoft.com/office/drawing/2014/main" id="{A5FE8091-F8BC-BCD1-A41D-17FD32933E7C}"/>
              </a:ext>
            </a:extLst>
          </p:cNvPr>
          <p:cNvSpPr>
            <a:spLocks noGrp="1"/>
          </p:cNvSpPr>
          <p:nvPr>
            <p:ph type="sldNum" sz="quarter" idx="12"/>
          </p:nvPr>
        </p:nvSpPr>
        <p:spPr/>
        <p:txBody>
          <a:bodyPr/>
          <a:lstStyle/>
          <a:p>
            <a:fld id="{0A297500-7527-634B-90F4-69D0994C32B4}" type="slidenum">
              <a:rPr lang="nl-NL" smtClean="0"/>
              <a:t>18</a:t>
            </a:fld>
            <a:endParaRPr lang="nl-NL"/>
          </a:p>
        </p:txBody>
      </p:sp>
      <p:sp>
        <p:nvSpPr>
          <p:cNvPr id="6" name="Titel 5">
            <a:extLst>
              <a:ext uri="{FF2B5EF4-FFF2-40B4-BE49-F238E27FC236}">
                <a16:creationId xmlns:a16="http://schemas.microsoft.com/office/drawing/2014/main" id="{E48D1865-B3BA-A8B8-1A17-ABC7D2528A65}"/>
              </a:ext>
            </a:extLst>
          </p:cNvPr>
          <p:cNvSpPr>
            <a:spLocks noGrp="1"/>
          </p:cNvSpPr>
          <p:nvPr>
            <p:ph type="title"/>
          </p:nvPr>
        </p:nvSpPr>
        <p:spPr/>
        <p:txBody>
          <a:bodyPr/>
          <a:lstStyle/>
          <a:p>
            <a:r>
              <a:rPr lang="en-US" cap="small" dirty="0">
                <a:latin typeface="Arial"/>
                <a:cs typeface="Arial"/>
              </a:rPr>
              <a:t>results first run*</a:t>
            </a:r>
          </a:p>
        </p:txBody>
      </p:sp>
      <p:graphicFrame>
        <p:nvGraphicFramePr>
          <p:cNvPr id="75" name="Table 74">
            <a:extLst>
              <a:ext uri="{FF2B5EF4-FFF2-40B4-BE49-F238E27FC236}">
                <a16:creationId xmlns:a16="http://schemas.microsoft.com/office/drawing/2014/main" id="{EF747D93-5106-6163-0FF9-41E3B49ABAC4}"/>
              </a:ext>
            </a:extLst>
          </p:cNvPr>
          <p:cNvGraphicFramePr>
            <a:graphicFrameLocks noGrp="1"/>
          </p:cNvGraphicFramePr>
          <p:nvPr>
            <p:extLst>
              <p:ext uri="{D42A27DB-BD31-4B8C-83A1-F6EECF244321}">
                <p14:modId xmlns:p14="http://schemas.microsoft.com/office/powerpoint/2010/main" val="3302812622"/>
              </p:ext>
            </p:extLst>
          </p:nvPr>
        </p:nvGraphicFramePr>
        <p:xfrm>
          <a:off x="574674" y="1541700"/>
          <a:ext cx="10912476" cy="1654622"/>
        </p:xfrm>
        <a:graphic>
          <a:graphicData uri="http://schemas.openxmlformats.org/drawingml/2006/table">
            <a:tbl>
              <a:tblPr firstRow="1" firstCol="1" bandRow="1">
                <a:tableStyleId>{3B4B98B0-60AC-42C2-AFA5-B58CD77FA1E5}</a:tableStyleId>
              </a:tblPr>
              <a:tblGrid>
                <a:gridCol w="2867258">
                  <a:extLst>
                    <a:ext uri="{9D8B030D-6E8A-4147-A177-3AD203B41FA5}">
                      <a16:colId xmlns:a16="http://schemas.microsoft.com/office/drawing/2014/main" val="249813184"/>
                    </a:ext>
                  </a:extLst>
                </a:gridCol>
                <a:gridCol w="2520653">
                  <a:extLst>
                    <a:ext uri="{9D8B030D-6E8A-4147-A177-3AD203B41FA5}">
                      <a16:colId xmlns:a16="http://schemas.microsoft.com/office/drawing/2014/main" val="165831107"/>
                    </a:ext>
                  </a:extLst>
                </a:gridCol>
                <a:gridCol w="3058574">
                  <a:extLst>
                    <a:ext uri="{9D8B030D-6E8A-4147-A177-3AD203B41FA5}">
                      <a16:colId xmlns:a16="http://schemas.microsoft.com/office/drawing/2014/main" val="326197583"/>
                    </a:ext>
                  </a:extLst>
                </a:gridCol>
                <a:gridCol w="2465991">
                  <a:extLst>
                    <a:ext uri="{9D8B030D-6E8A-4147-A177-3AD203B41FA5}">
                      <a16:colId xmlns:a16="http://schemas.microsoft.com/office/drawing/2014/main" val="2211839671"/>
                    </a:ext>
                  </a:extLst>
                </a:gridCol>
              </a:tblGrid>
              <a:tr h="361315">
                <a:tc>
                  <a:txBody>
                    <a:bodyPr/>
                    <a:lstStyle/>
                    <a:p>
                      <a:pPr marL="0" algn="l" defTabSz="914400" rtl="0" eaLnBrk="1" latinLnBrk="0" hangingPunct="1">
                        <a:lnSpc>
                          <a:spcPct val="107000"/>
                        </a:lnSpc>
                        <a:spcAft>
                          <a:spcPts val="800"/>
                        </a:spcAft>
                        <a:buNone/>
                      </a:pPr>
                      <a:r>
                        <a:rPr lang="en-US" sz="1800" b="1" kern="1200" dirty="0">
                          <a:solidFill>
                            <a:schemeClr val="tx1"/>
                          </a:solidFill>
                        </a:rPr>
                        <a:t>Model</a:t>
                      </a:r>
                      <a:endParaRPr lang="nl-BE" sz="1800" b="1" kern="1200" dirty="0">
                        <a:solidFill>
                          <a:schemeClr val="tx1"/>
                        </a:solidFill>
                        <a:latin typeface="+mn-lt"/>
                        <a:ea typeface="+mn-ea"/>
                        <a:cs typeface="+mn-cs"/>
                      </a:endParaRPr>
                    </a:p>
                  </a:txBody>
                  <a:tcPr marL="68580" marR="68580" marT="0" marB="0" anchor="ctr"/>
                </a:tc>
                <a:tc>
                  <a:txBody>
                    <a:bodyPr/>
                    <a:lstStyle/>
                    <a:p>
                      <a:pPr marL="0" algn="l" defTabSz="914400" rtl="0" eaLnBrk="1" latinLnBrk="0" hangingPunct="1">
                        <a:lnSpc>
                          <a:spcPct val="107000"/>
                        </a:lnSpc>
                        <a:spcAft>
                          <a:spcPts val="800"/>
                        </a:spcAft>
                        <a:buNone/>
                      </a:pPr>
                      <a:r>
                        <a:rPr lang="en-US" sz="1800" b="1" kern="1200" dirty="0">
                          <a:solidFill>
                            <a:schemeClr val="tx1"/>
                          </a:solidFill>
                        </a:rPr>
                        <a:t>Bi-encoder recall@top64</a:t>
                      </a:r>
                      <a:endParaRPr lang="nl-BE" sz="1800" b="1" kern="1200" dirty="0">
                        <a:solidFill>
                          <a:schemeClr val="tx1"/>
                        </a:solidFill>
                        <a:latin typeface="+mn-lt"/>
                        <a:ea typeface="+mn-ea"/>
                        <a:cs typeface="+mn-cs"/>
                      </a:endParaRPr>
                    </a:p>
                  </a:txBody>
                  <a:tcPr marL="68580" marR="68580" marT="0" marB="0" anchor="ctr"/>
                </a:tc>
                <a:tc>
                  <a:txBody>
                    <a:bodyPr/>
                    <a:lstStyle/>
                    <a:p>
                      <a:pPr marL="0" algn="l" defTabSz="914400" rtl="0" eaLnBrk="1" latinLnBrk="0" hangingPunct="1">
                        <a:lnSpc>
                          <a:spcPct val="107000"/>
                        </a:lnSpc>
                        <a:spcAft>
                          <a:spcPts val="800"/>
                        </a:spcAft>
                        <a:buNone/>
                      </a:pPr>
                      <a:r>
                        <a:rPr lang="en-US" sz="1800" b="1" kern="1200" dirty="0">
                          <a:solidFill>
                            <a:schemeClr val="tx1"/>
                          </a:solidFill>
                        </a:rPr>
                        <a:t>Cross-encoder accuracy</a:t>
                      </a:r>
                      <a:endParaRPr lang="nl-BE" sz="1800" b="1" kern="1200" dirty="0">
                        <a:solidFill>
                          <a:schemeClr val="tx1"/>
                        </a:solidFill>
                        <a:latin typeface="+mn-lt"/>
                        <a:ea typeface="+mn-ea"/>
                        <a:cs typeface="+mn-cs"/>
                      </a:endParaRPr>
                    </a:p>
                  </a:txBody>
                  <a:tcPr marL="68580" marR="68580" marT="0" marB="0" anchor="ctr"/>
                </a:tc>
                <a:tc>
                  <a:txBody>
                    <a:bodyPr/>
                    <a:lstStyle/>
                    <a:p>
                      <a:pPr marL="0" algn="l" defTabSz="914400" rtl="0" eaLnBrk="1" latinLnBrk="0" hangingPunct="1">
                        <a:lnSpc>
                          <a:spcPct val="107000"/>
                        </a:lnSpc>
                        <a:spcAft>
                          <a:spcPts val="800"/>
                        </a:spcAft>
                        <a:buNone/>
                      </a:pPr>
                      <a:r>
                        <a:rPr lang="en-US" sz="1800" b="1" kern="1200" dirty="0">
                          <a:solidFill>
                            <a:schemeClr val="tx1"/>
                          </a:solidFill>
                        </a:rPr>
                        <a:t>Overall accuracy</a:t>
                      </a:r>
                      <a:endParaRPr lang="nl-BE" sz="1800" b="1" kern="1200" dirty="0">
                        <a:solidFill>
                          <a:schemeClr val="tx1"/>
                        </a:solidFill>
                        <a:latin typeface="+mn-lt"/>
                        <a:ea typeface="+mn-ea"/>
                        <a:cs typeface="+mn-cs"/>
                      </a:endParaRPr>
                    </a:p>
                  </a:txBody>
                  <a:tcPr marL="68580" marR="68580" marT="0" marB="0" anchor="ctr"/>
                </a:tc>
                <a:extLst>
                  <a:ext uri="{0D108BD9-81ED-4DB2-BD59-A6C34878D82A}">
                    <a16:rowId xmlns:a16="http://schemas.microsoft.com/office/drawing/2014/main" val="731828694"/>
                  </a:ext>
                </a:extLst>
              </a:tr>
              <a:tr h="180340">
                <a:tc gridSpan="4">
                  <a:txBody>
                    <a:bodyPr/>
                    <a:lstStyle/>
                    <a:p>
                      <a:pPr marL="0" algn="ctr" defTabSz="914400" rtl="0" eaLnBrk="1" latinLnBrk="0" hangingPunct="1">
                        <a:lnSpc>
                          <a:spcPct val="107000"/>
                        </a:lnSpc>
                        <a:spcAft>
                          <a:spcPts val="800"/>
                        </a:spcAft>
                        <a:buNone/>
                      </a:pPr>
                      <a:r>
                        <a:rPr lang="en-US" sz="1800" b="1" kern="1200" dirty="0">
                          <a:solidFill>
                            <a:schemeClr val="tx1"/>
                          </a:solidFill>
                          <a:latin typeface="+mn-lt"/>
                          <a:ea typeface="+mn-ea"/>
                          <a:cs typeface="+mn-cs"/>
                        </a:rPr>
                        <a:t>Famous author test-set</a:t>
                      </a:r>
                      <a:endParaRPr lang="nl-BE" sz="1800" b="1" kern="1200" dirty="0">
                        <a:solidFill>
                          <a:schemeClr val="tx1"/>
                        </a:solidFill>
                        <a:latin typeface="+mn-lt"/>
                        <a:ea typeface="+mn-ea"/>
                        <a:cs typeface="+mn-cs"/>
                      </a:endParaRPr>
                    </a:p>
                  </a:txBody>
                  <a:tcPr marL="68580" marR="68580" marT="0" marB="0" anchor="ctr"/>
                </a:tc>
                <a:tc hMerge="1">
                  <a:txBody>
                    <a:bodyPr/>
                    <a:lstStyle/>
                    <a:p>
                      <a:pPr marL="0" algn="l" defTabSz="914400" rtl="0" eaLnBrk="1" latinLnBrk="0" hangingPunct="1">
                        <a:lnSpc>
                          <a:spcPct val="107000"/>
                        </a:lnSpc>
                        <a:spcAft>
                          <a:spcPts val="800"/>
                        </a:spcAft>
                        <a:buNone/>
                      </a:pPr>
                      <a:endParaRPr lang="nl-BE" sz="1800" b="1" kern="1200" dirty="0">
                        <a:solidFill>
                          <a:schemeClr val="tx1"/>
                        </a:solidFill>
                        <a:latin typeface="+mn-lt"/>
                        <a:ea typeface="+mn-ea"/>
                        <a:cs typeface="+mn-cs"/>
                      </a:endParaRPr>
                    </a:p>
                  </a:txBody>
                  <a:tcPr marL="68580" marR="68580" marT="0" marB="0" anchor="ctr"/>
                </a:tc>
                <a:tc hMerge="1">
                  <a:txBody>
                    <a:bodyPr/>
                    <a:lstStyle/>
                    <a:p>
                      <a:pPr marL="0" algn="l" defTabSz="914400" rtl="0" eaLnBrk="1" latinLnBrk="0" hangingPunct="1">
                        <a:lnSpc>
                          <a:spcPct val="107000"/>
                        </a:lnSpc>
                        <a:spcAft>
                          <a:spcPts val="800"/>
                        </a:spcAft>
                        <a:buNone/>
                      </a:pPr>
                      <a:endParaRPr lang="nl-BE" sz="1800" b="1" kern="1200" dirty="0">
                        <a:solidFill>
                          <a:schemeClr val="tx1"/>
                        </a:solidFill>
                        <a:latin typeface="+mn-lt"/>
                        <a:ea typeface="+mn-ea"/>
                        <a:cs typeface="+mn-cs"/>
                      </a:endParaRPr>
                    </a:p>
                  </a:txBody>
                  <a:tcPr marL="68580" marR="68580" marT="0" marB="0" anchor="ctr"/>
                </a:tc>
                <a:tc hMerge="1">
                  <a:txBody>
                    <a:bodyPr/>
                    <a:lstStyle/>
                    <a:p>
                      <a:pPr marL="0" algn="l" defTabSz="914400" rtl="0" eaLnBrk="1" latinLnBrk="0" hangingPunct="1">
                        <a:lnSpc>
                          <a:spcPct val="107000"/>
                        </a:lnSpc>
                        <a:spcAft>
                          <a:spcPts val="800"/>
                        </a:spcAft>
                        <a:buNone/>
                      </a:pPr>
                      <a:endParaRPr lang="nl-BE" sz="1800" b="1" kern="1200" dirty="0">
                        <a:solidFill>
                          <a:schemeClr val="tx1"/>
                        </a:solidFill>
                        <a:latin typeface="+mn-lt"/>
                        <a:ea typeface="+mn-ea"/>
                        <a:cs typeface="+mn-cs"/>
                      </a:endParaRPr>
                    </a:p>
                  </a:txBody>
                  <a:tcPr marL="68580" marR="68580" marT="0" marB="0" anchor="ctr"/>
                </a:tc>
                <a:extLst>
                  <a:ext uri="{0D108BD9-81ED-4DB2-BD59-A6C34878D82A}">
                    <a16:rowId xmlns:a16="http://schemas.microsoft.com/office/drawing/2014/main" val="3327481270"/>
                  </a:ext>
                </a:extLst>
              </a:tr>
              <a:tr h="180340">
                <a:tc>
                  <a:txBody>
                    <a:bodyPr/>
                    <a:lstStyle/>
                    <a:p>
                      <a:pPr marL="0" algn="l" defTabSz="914400" rtl="0" eaLnBrk="1" latinLnBrk="0" hangingPunct="1">
                        <a:lnSpc>
                          <a:spcPct val="107000"/>
                        </a:lnSpc>
                        <a:spcAft>
                          <a:spcPts val="800"/>
                        </a:spcAft>
                        <a:buNone/>
                      </a:pPr>
                      <a:r>
                        <a:rPr lang="en-US" sz="1800" b="1" kern="1200">
                          <a:solidFill>
                            <a:schemeClr val="tx1"/>
                          </a:solidFill>
                        </a:rPr>
                        <a:t>UGARIT_kurz</a:t>
                      </a:r>
                      <a:endParaRPr lang="nl-BE" sz="1800" b="1" kern="1200">
                        <a:solidFill>
                          <a:schemeClr val="tx1"/>
                        </a:solidFill>
                        <a:latin typeface="+mn-lt"/>
                        <a:ea typeface="+mn-ea"/>
                        <a:cs typeface="+mn-cs"/>
                      </a:endParaRPr>
                    </a:p>
                  </a:txBody>
                  <a:tcPr marL="68580" marR="68580" marT="0" marB="0" anchor="ctr"/>
                </a:tc>
                <a:tc>
                  <a:txBody>
                    <a:bodyPr/>
                    <a:lstStyle/>
                    <a:p>
                      <a:pPr marL="0" algn="l" defTabSz="914400" rtl="0" eaLnBrk="1" latinLnBrk="0" hangingPunct="1">
                        <a:lnSpc>
                          <a:spcPct val="107000"/>
                        </a:lnSpc>
                        <a:spcAft>
                          <a:spcPts val="800"/>
                        </a:spcAft>
                        <a:buNone/>
                      </a:pPr>
                      <a:r>
                        <a:rPr lang="nl-NL" sz="1800" b="1" kern="1200" dirty="0">
                          <a:solidFill>
                            <a:schemeClr val="tx1"/>
                          </a:solidFill>
                        </a:rPr>
                        <a:t>88.38</a:t>
                      </a:r>
                      <a:endParaRPr lang="nl-BE" sz="1800" b="1" kern="1200" dirty="0">
                        <a:solidFill>
                          <a:schemeClr val="tx1"/>
                        </a:solidFill>
                        <a:latin typeface="+mn-lt"/>
                        <a:ea typeface="+mn-ea"/>
                        <a:cs typeface="+mn-cs"/>
                      </a:endParaRPr>
                    </a:p>
                  </a:txBody>
                  <a:tcPr marL="68580" marR="68580" marT="0" marB="0" anchor="ctr"/>
                </a:tc>
                <a:tc>
                  <a:txBody>
                    <a:bodyPr/>
                    <a:lstStyle/>
                    <a:p>
                      <a:pPr marL="0" algn="l" defTabSz="914400" rtl="0" eaLnBrk="1" latinLnBrk="0" hangingPunct="1">
                        <a:lnSpc>
                          <a:spcPct val="107000"/>
                        </a:lnSpc>
                        <a:spcAft>
                          <a:spcPts val="800"/>
                        </a:spcAft>
                        <a:buNone/>
                      </a:pPr>
                      <a:r>
                        <a:rPr lang="nl-NL" sz="1800" b="1" kern="1200" dirty="0">
                          <a:solidFill>
                            <a:schemeClr val="tx1"/>
                          </a:solidFill>
                        </a:rPr>
                        <a:t>8.29</a:t>
                      </a:r>
                      <a:endParaRPr lang="nl-BE" sz="1800" b="1" kern="1200" dirty="0">
                        <a:solidFill>
                          <a:schemeClr val="tx1"/>
                        </a:solidFill>
                        <a:latin typeface="+mn-lt"/>
                        <a:ea typeface="+mn-ea"/>
                        <a:cs typeface="+mn-cs"/>
                      </a:endParaRPr>
                    </a:p>
                  </a:txBody>
                  <a:tcPr marL="68580" marR="68580" marT="0" marB="0" anchor="ctr"/>
                </a:tc>
                <a:tc>
                  <a:txBody>
                    <a:bodyPr/>
                    <a:lstStyle/>
                    <a:p>
                      <a:pPr marL="0" algn="l" defTabSz="914400" rtl="0" eaLnBrk="1" latinLnBrk="0" hangingPunct="1">
                        <a:lnSpc>
                          <a:spcPct val="107000"/>
                        </a:lnSpc>
                        <a:spcAft>
                          <a:spcPts val="800"/>
                        </a:spcAft>
                        <a:buNone/>
                      </a:pPr>
                      <a:r>
                        <a:rPr lang="nl-NL" sz="1800" b="1" kern="1200" dirty="0">
                          <a:solidFill>
                            <a:schemeClr val="tx1"/>
                          </a:solidFill>
                        </a:rPr>
                        <a:t>7.32</a:t>
                      </a:r>
                      <a:endParaRPr lang="nl-BE" sz="1800" b="1" kern="1200" dirty="0">
                        <a:solidFill>
                          <a:schemeClr val="tx1"/>
                        </a:solidFill>
                        <a:latin typeface="+mn-lt"/>
                        <a:ea typeface="+mn-ea"/>
                        <a:cs typeface="+mn-cs"/>
                      </a:endParaRPr>
                    </a:p>
                  </a:txBody>
                  <a:tcPr marL="68580" marR="68580" marT="0" marB="0" anchor="ctr"/>
                </a:tc>
                <a:extLst>
                  <a:ext uri="{0D108BD9-81ED-4DB2-BD59-A6C34878D82A}">
                    <a16:rowId xmlns:a16="http://schemas.microsoft.com/office/drawing/2014/main" val="3504809513"/>
                  </a:ext>
                </a:extLst>
              </a:tr>
              <a:tr h="0">
                <a:tc>
                  <a:txBody>
                    <a:bodyPr/>
                    <a:lstStyle/>
                    <a:p>
                      <a:pPr marL="0" algn="l" defTabSz="914400" rtl="0" eaLnBrk="1" latinLnBrk="0" hangingPunct="1">
                        <a:lnSpc>
                          <a:spcPct val="107000"/>
                        </a:lnSpc>
                        <a:spcAft>
                          <a:spcPts val="800"/>
                        </a:spcAft>
                        <a:buNone/>
                      </a:pPr>
                      <a:r>
                        <a:rPr lang="en-US" sz="1800" b="1" kern="1200">
                          <a:solidFill>
                            <a:schemeClr val="tx1"/>
                          </a:solidFill>
                        </a:rPr>
                        <a:t>Philberta_kurz</a:t>
                      </a:r>
                      <a:endParaRPr lang="nl-BE" sz="1800" b="1" kern="1200">
                        <a:solidFill>
                          <a:schemeClr val="tx1"/>
                        </a:solidFill>
                        <a:latin typeface="+mn-lt"/>
                        <a:ea typeface="+mn-ea"/>
                        <a:cs typeface="+mn-cs"/>
                      </a:endParaRPr>
                    </a:p>
                  </a:txBody>
                  <a:tcPr marL="68580" marR="68580" marT="0" marB="0" anchor="ctr"/>
                </a:tc>
                <a:tc>
                  <a:txBody>
                    <a:bodyPr/>
                    <a:lstStyle/>
                    <a:p>
                      <a:pPr marL="0" algn="l" defTabSz="914400" rtl="0" eaLnBrk="1" latinLnBrk="0" hangingPunct="1">
                        <a:lnSpc>
                          <a:spcPct val="107000"/>
                        </a:lnSpc>
                        <a:spcAft>
                          <a:spcPts val="800"/>
                        </a:spcAft>
                        <a:buNone/>
                      </a:pPr>
                      <a:r>
                        <a:rPr lang="nl-NL" sz="1800" b="1" kern="1200">
                          <a:solidFill>
                            <a:schemeClr val="tx1"/>
                          </a:solidFill>
                        </a:rPr>
                        <a:t>83.33</a:t>
                      </a:r>
                      <a:endParaRPr lang="nl-BE" sz="1800" b="1" kern="1200">
                        <a:solidFill>
                          <a:schemeClr val="tx1"/>
                        </a:solidFill>
                        <a:latin typeface="+mn-lt"/>
                        <a:ea typeface="+mn-ea"/>
                        <a:cs typeface="+mn-cs"/>
                      </a:endParaRPr>
                    </a:p>
                  </a:txBody>
                  <a:tcPr marL="68580" marR="68580" marT="0" marB="0" anchor="ctr"/>
                </a:tc>
                <a:tc>
                  <a:txBody>
                    <a:bodyPr/>
                    <a:lstStyle/>
                    <a:p>
                      <a:pPr marL="0" algn="l" defTabSz="914400" rtl="0" eaLnBrk="1" latinLnBrk="0" hangingPunct="1">
                        <a:lnSpc>
                          <a:spcPct val="107000"/>
                        </a:lnSpc>
                        <a:spcAft>
                          <a:spcPts val="800"/>
                        </a:spcAft>
                        <a:buNone/>
                      </a:pPr>
                      <a:r>
                        <a:rPr lang="en-US" sz="1800" b="1" kern="1200" dirty="0">
                          <a:solidFill>
                            <a:schemeClr val="tx1"/>
                          </a:solidFill>
                        </a:rPr>
                        <a:t>18.48*</a:t>
                      </a:r>
                      <a:endParaRPr lang="nl-BE" sz="1800" b="1" kern="1200" dirty="0">
                        <a:solidFill>
                          <a:schemeClr val="tx1"/>
                        </a:solidFill>
                        <a:latin typeface="+mn-lt"/>
                        <a:ea typeface="+mn-ea"/>
                        <a:cs typeface="+mn-cs"/>
                      </a:endParaRPr>
                    </a:p>
                  </a:txBody>
                  <a:tcPr marL="68580" marR="68580" marT="0" marB="0" anchor="ctr"/>
                </a:tc>
                <a:tc>
                  <a:txBody>
                    <a:bodyPr/>
                    <a:lstStyle/>
                    <a:p>
                      <a:pPr marL="0" algn="l" defTabSz="914400" rtl="0" eaLnBrk="1" latinLnBrk="0" hangingPunct="1">
                        <a:lnSpc>
                          <a:spcPct val="107000"/>
                        </a:lnSpc>
                        <a:spcAft>
                          <a:spcPts val="800"/>
                        </a:spcAft>
                        <a:buNone/>
                      </a:pPr>
                      <a:r>
                        <a:rPr lang="en-US" sz="1800" b="1" kern="1200" dirty="0">
                          <a:solidFill>
                            <a:schemeClr val="tx1"/>
                          </a:solidFill>
                        </a:rPr>
                        <a:t>15.40*</a:t>
                      </a:r>
                      <a:endParaRPr lang="nl-BE" sz="1800" b="1" kern="1200" dirty="0">
                        <a:solidFill>
                          <a:schemeClr val="tx1"/>
                        </a:solidFill>
                        <a:latin typeface="+mn-lt"/>
                        <a:ea typeface="+mn-ea"/>
                        <a:cs typeface="+mn-cs"/>
                      </a:endParaRPr>
                    </a:p>
                  </a:txBody>
                  <a:tcPr marL="68580" marR="68580" marT="0" marB="0" anchor="ctr"/>
                </a:tc>
                <a:extLst>
                  <a:ext uri="{0D108BD9-81ED-4DB2-BD59-A6C34878D82A}">
                    <a16:rowId xmlns:a16="http://schemas.microsoft.com/office/drawing/2014/main" val="3261199087"/>
                  </a:ext>
                </a:extLst>
              </a:tr>
              <a:tr h="134620">
                <a:tc>
                  <a:txBody>
                    <a:bodyPr/>
                    <a:lstStyle/>
                    <a:p>
                      <a:pPr marL="0" algn="l" defTabSz="914400" rtl="0" eaLnBrk="1" latinLnBrk="0" hangingPunct="1">
                        <a:lnSpc>
                          <a:spcPct val="107000"/>
                        </a:lnSpc>
                        <a:spcAft>
                          <a:spcPts val="800"/>
                        </a:spcAft>
                        <a:buNone/>
                      </a:pPr>
                      <a:r>
                        <a:rPr lang="en-US" sz="1800" b="1" kern="1200">
                          <a:solidFill>
                            <a:schemeClr val="tx1"/>
                          </a:solidFill>
                        </a:rPr>
                        <a:t>Baseline</a:t>
                      </a:r>
                      <a:endParaRPr lang="nl-BE" sz="1800" b="1" kern="1200">
                        <a:solidFill>
                          <a:schemeClr val="tx1"/>
                        </a:solidFill>
                        <a:latin typeface="+mn-lt"/>
                        <a:ea typeface="+mn-ea"/>
                        <a:cs typeface="+mn-cs"/>
                      </a:endParaRPr>
                    </a:p>
                  </a:txBody>
                  <a:tcPr marL="68580" marR="68580" marT="0" marB="0" anchor="ctr"/>
                </a:tc>
                <a:tc>
                  <a:txBody>
                    <a:bodyPr/>
                    <a:lstStyle/>
                    <a:p>
                      <a:pPr marL="0" algn="l" defTabSz="914400" rtl="0" eaLnBrk="1" latinLnBrk="0" hangingPunct="1">
                        <a:lnSpc>
                          <a:spcPct val="107000"/>
                        </a:lnSpc>
                        <a:spcAft>
                          <a:spcPts val="800"/>
                        </a:spcAft>
                        <a:buNone/>
                      </a:pPr>
                      <a:r>
                        <a:rPr lang="nl-NL" sz="1800" b="1" kern="1200">
                          <a:solidFill>
                            <a:schemeClr val="tx1"/>
                          </a:solidFill>
                        </a:rPr>
                        <a:t>100.0</a:t>
                      </a:r>
                      <a:endParaRPr lang="nl-BE" sz="1800" b="1" kern="1200">
                        <a:solidFill>
                          <a:schemeClr val="tx1"/>
                        </a:solidFill>
                        <a:latin typeface="+mn-lt"/>
                        <a:ea typeface="+mn-ea"/>
                        <a:cs typeface="+mn-cs"/>
                      </a:endParaRPr>
                    </a:p>
                  </a:txBody>
                  <a:tcPr marL="68580" marR="68580" marT="0" marB="0" anchor="ctr"/>
                </a:tc>
                <a:tc>
                  <a:txBody>
                    <a:bodyPr/>
                    <a:lstStyle/>
                    <a:p>
                      <a:pPr marL="0" algn="l" defTabSz="914400" rtl="0" eaLnBrk="1" latinLnBrk="0" hangingPunct="1">
                        <a:lnSpc>
                          <a:spcPct val="107000"/>
                        </a:lnSpc>
                        <a:spcAft>
                          <a:spcPts val="800"/>
                        </a:spcAft>
                        <a:buNone/>
                      </a:pPr>
                      <a:r>
                        <a:rPr lang="en-US" sz="1800" b="1" kern="1200" dirty="0">
                          <a:solidFill>
                            <a:schemeClr val="tx1"/>
                          </a:solidFill>
                        </a:rPr>
                        <a:t>n/a</a:t>
                      </a:r>
                      <a:endParaRPr lang="nl-BE" sz="1800" b="1" kern="1200" dirty="0">
                        <a:solidFill>
                          <a:schemeClr val="tx1"/>
                        </a:solidFill>
                        <a:latin typeface="+mn-lt"/>
                        <a:ea typeface="+mn-ea"/>
                        <a:cs typeface="+mn-cs"/>
                      </a:endParaRPr>
                    </a:p>
                  </a:txBody>
                  <a:tcPr marL="68580" marR="68580" marT="0" marB="0" anchor="ctr"/>
                </a:tc>
                <a:tc>
                  <a:txBody>
                    <a:bodyPr/>
                    <a:lstStyle/>
                    <a:p>
                      <a:pPr marL="0" algn="l" defTabSz="914400" rtl="0" eaLnBrk="1" latinLnBrk="0" hangingPunct="1">
                        <a:lnSpc>
                          <a:spcPct val="107000"/>
                        </a:lnSpc>
                        <a:spcAft>
                          <a:spcPts val="800"/>
                        </a:spcAft>
                        <a:buNone/>
                      </a:pPr>
                      <a:r>
                        <a:rPr lang="en-US" sz="1800" b="1" kern="1200" dirty="0">
                          <a:solidFill>
                            <a:schemeClr val="tx1"/>
                          </a:solidFill>
                        </a:rPr>
                        <a:t>n/a</a:t>
                      </a:r>
                      <a:endParaRPr lang="nl-BE" sz="1800" b="1" kern="1200" dirty="0">
                        <a:solidFill>
                          <a:schemeClr val="tx1"/>
                        </a:solidFill>
                        <a:latin typeface="+mn-lt"/>
                        <a:ea typeface="+mn-ea"/>
                        <a:cs typeface="+mn-cs"/>
                      </a:endParaRPr>
                    </a:p>
                  </a:txBody>
                  <a:tcPr marL="68580" marR="68580" marT="0" marB="0" anchor="ctr"/>
                </a:tc>
                <a:extLst>
                  <a:ext uri="{0D108BD9-81ED-4DB2-BD59-A6C34878D82A}">
                    <a16:rowId xmlns:a16="http://schemas.microsoft.com/office/drawing/2014/main" val="962981272"/>
                  </a:ext>
                </a:extLst>
              </a:tr>
            </a:tbl>
          </a:graphicData>
        </a:graphic>
      </p:graphicFrame>
    </p:spTree>
    <p:extLst>
      <p:ext uri="{BB962C8B-B14F-4D97-AF65-F5344CB8AC3E}">
        <p14:creationId xmlns:p14="http://schemas.microsoft.com/office/powerpoint/2010/main" val="100230582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B3D7AD8-1458-D84C-71EB-E489B1BF7A5C}"/>
              </a:ext>
            </a:extLst>
          </p:cNvPr>
          <p:cNvSpPr>
            <a:spLocks noGrp="1"/>
          </p:cNvSpPr>
          <p:nvPr>
            <p:ph idx="1"/>
          </p:nvPr>
        </p:nvSpPr>
        <p:spPr>
          <a:xfrm>
            <a:off x="577713" y="1445688"/>
            <a:ext cx="11041200" cy="4464000"/>
          </a:xfrm>
        </p:spPr>
        <p:txBody>
          <a:bodyPr/>
          <a:lstStyle/>
          <a:p>
            <a:r>
              <a:rPr lang="en-US" b="1" dirty="0"/>
              <a:t>Silver pipeline</a:t>
            </a:r>
          </a:p>
          <a:p>
            <a:pPr lvl="1"/>
            <a:r>
              <a:rPr lang="en-US" dirty="0"/>
              <a:t>Only exact passages</a:t>
            </a:r>
          </a:p>
          <a:p>
            <a:pPr lvl="2"/>
            <a:r>
              <a:rPr lang="en-US" dirty="0"/>
              <a:t>Even stricter: only “chapters”, “sections”… not books</a:t>
            </a:r>
          </a:p>
          <a:p>
            <a:pPr lvl="2"/>
            <a:r>
              <a:rPr lang="en-US" dirty="0"/>
              <a:t>41/50 correct links</a:t>
            </a:r>
          </a:p>
          <a:p>
            <a:r>
              <a:rPr lang="nl-BE" b="1" dirty="0"/>
              <a:t>Gold data</a:t>
            </a:r>
          </a:p>
          <a:p>
            <a:pPr lvl="1"/>
            <a:r>
              <a:rPr lang="nl-BE" i="1" dirty="0" err="1"/>
              <a:t>Add</a:t>
            </a:r>
            <a:r>
              <a:rPr lang="nl-BE" i="1" dirty="0"/>
              <a:t> </a:t>
            </a:r>
            <a:r>
              <a:rPr lang="nl-BE" i="1" dirty="0" err="1"/>
              <a:t>it</a:t>
            </a:r>
            <a:r>
              <a:rPr lang="nl-BE" i="1" dirty="0"/>
              <a:t> </a:t>
            </a:r>
            <a:r>
              <a:rPr lang="nl-BE" i="1" dirty="0" err="1"/>
              <a:t>to</a:t>
            </a:r>
            <a:r>
              <a:rPr lang="nl-BE" i="1" dirty="0"/>
              <a:t> </a:t>
            </a:r>
            <a:r>
              <a:rPr lang="nl-BE" i="1" dirty="0" err="1"/>
              <a:t>the</a:t>
            </a:r>
            <a:r>
              <a:rPr lang="nl-BE" i="1" dirty="0"/>
              <a:t> training data </a:t>
            </a:r>
          </a:p>
          <a:p>
            <a:r>
              <a:rPr lang="nl-BE" b="1" dirty="0" err="1"/>
              <a:t>Two</a:t>
            </a:r>
            <a:r>
              <a:rPr lang="nl-BE" b="1" dirty="0"/>
              <a:t> sets of training</a:t>
            </a:r>
          </a:p>
          <a:p>
            <a:pPr lvl="1"/>
            <a:r>
              <a:rPr lang="nl-BE" dirty="0"/>
              <a:t>1) </a:t>
            </a:r>
            <a:r>
              <a:rPr lang="nl-BE" dirty="0" err="1"/>
              <a:t>Only</a:t>
            </a:r>
            <a:r>
              <a:rPr lang="nl-BE" dirty="0"/>
              <a:t> gold data</a:t>
            </a:r>
          </a:p>
          <a:p>
            <a:pPr lvl="1"/>
            <a:r>
              <a:rPr lang="nl-BE" dirty="0"/>
              <a:t>2) Gold + new </a:t>
            </a:r>
            <a:r>
              <a:rPr lang="nl-BE" dirty="0" err="1"/>
              <a:t>silver</a:t>
            </a:r>
            <a:r>
              <a:rPr lang="nl-BE" dirty="0"/>
              <a:t> (</a:t>
            </a:r>
            <a:r>
              <a:rPr lang="nl-BE" dirty="0" err="1"/>
              <a:t>both</a:t>
            </a:r>
            <a:r>
              <a:rPr lang="nl-BE" dirty="0"/>
              <a:t>)</a:t>
            </a:r>
          </a:p>
        </p:txBody>
      </p:sp>
      <p:sp>
        <p:nvSpPr>
          <p:cNvPr id="3" name="Date Placeholder 2">
            <a:extLst>
              <a:ext uri="{FF2B5EF4-FFF2-40B4-BE49-F238E27FC236}">
                <a16:creationId xmlns:a16="http://schemas.microsoft.com/office/drawing/2014/main" id="{E69F7B18-FD80-0521-F011-404407AB40DE}"/>
              </a:ext>
            </a:extLst>
          </p:cNvPr>
          <p:cNvSpPr>
            <a:spLocks noGrp="1"/>
          </p:cNvSpPr>
          <p:nvPr>
            <p:ph type="dt" sz="half" idx="10"/>
          </p:nvPr>
        </p:nvSpPr>
        <p:spPr/>
        <p:txBody>
          <a:bodyPr/>
          <a:lstStyle/>
          <a:p>
            <a:r>
              <a:rPr lang="nl-BE"/>
              <a:t>04/06/2025</a:t>
            </a:r>
            <a:endParaRPr lang="nl-NL"/>
          </a:p>
        </p:txBody>
      </p:sp>
      <p:sp>
        <p:nvSpPr>
          <p:cNvPr id="4" name="Footer Placeholder 3">
            <a:extLst>
              <a:ext uri="{FF2B5EF4-FFF2-40B4-BE49-F238E27FC236}">
                <a16:creationId xmlns:a16="http://schemas.microsoft.com/office/drawing/2014/main" id="{763BD2BC-0E70-B2AC-3F0A-08FA11BFC328}"/>
              </a:ext>
            </a:extLst>
          </p:cNvPr>
          <p:cNvSpPr>
            <a:spLocks noGrp="1"/>
          </p:cNvSpPr>
          <p:nvPr>
            <p:ph type="ftr" sz="quarter" idx="11"/>
          </p:nvPr>
        </p:nvSpPr>
        <p:spPr/>
        <p:txBody>
          <a:bodyPr/>
          <a:lstStyle/>
          <a:p>
            <a:r>
              <a:rPr lang="nl-NL"/>
              <a:t>NIKAW</a:t>
            </a:r>
          </a:p>
        </p:txBody>
      </p:sp>
      <p:sp>
        <p:nvSpPr>
          <p:cNvPr id="5" name="Slide Number Placeholder 4">
            <a:extLst>
              <a:ext uri="{FF2B5EF4-FFF2-40B4-BE49-F238E27FC236}">
                <a16:creationId xmlns:a16="http://schemas.microsoft.com/office/drawing/2014/main" id="{02724DA1-B4F3-8DB0-FDD6-0A2D385B6CBF}"/>
              </a:ext>
            </a:extLst>
          </p:cNvPr>
          <p:cNvSpPr>
            <a:spLocks noGrp="1"/>
          </p:cNvSpPr>
          <p:nvPr>
            <p:ph type="sldNum" sz="quarter" idx="12"/>
          </p:nvPr>
        </p:nvSpPr>
        <p:spPr/>
        <p:txBody>
          <a:bodyPr/>
          <a:lstStyle/>
          <a:p>
            <a:fld id="{0A297500-7527-634B-90F4-69D0994C32B4}" type="slidenum">
              <a:rPr lang="nl-NL" smtClean="0"/>
              <a:t>19</a:t>
            </a:fld>
            <a:endParaRPr lang="nl-NL"/>
          </a:p>
        </p:txBody>
      </p:sp>
      <p:sp>
        <p:nvSpPr>
          <p:cNvPr id="6" name="Title 5">
            <a:extLst>
              <a:ext uri="{FF2B5EF4-FFF2-40B4-BE49-F238E27FC236}">
                <a16:creationId xmlns:a16="http://schemas.microsoft.com/office/drawing/2014/main" id="{D2C84A22-6476-2ADA-9B20-DCD0F133BACB}"/>
              </a:ext>
            </a:extLst>
          </p:cNvPr>
          <p:cNvSpPr>
            <a:spLocks noGrp="1"/>
          </p:cNvSpPr>
          <p:nvPr>
            <p:ph type="title"/>
          </p:nvPr>
        </p:nvSpPr>
        <p:spPr/>
        <p:txBody>
          <a:bodyPr/>
          <a:lstStyle/>
          <a:p>
            <a:r>
              <a:rPr lang="en-US" dirty="0"/>
              <a:t>Data improvements</a:t>
            </a:r>
            <a:endParaRPr lang="nl-BE" dirty="0"/>
          </a:p>
        </p:txBody>
      </p:sp>
    </p:spTree>
    <p:extLst>
      <p:ext uri="{BB962C8B-B14F-4D97-AF65-F5344CB8AC3E}">
        <p14:creationId xmlns:p14="http://schemas.microsoft.com/office/powerpoint/2010/main" val="69364750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Content Placeholder 6">
            <a:extLst>
              <a:ext uri="{FF2B5EF4-FFF2-40B4-BE49-F238E27FC236}">
                <a16:creationId xmlns:a16="http://schemas.microsoft.com/office/drawing/2014/main" id="{4F47E8C7-5837-1454-BE58-107D9A12D804}"/>
              </a:ext>
            </a:extLst>
          </p:cNvPr>
          <p:cNvGraphicFramePr>
            <a:graphicFrameLocks noGrp="1"/>
          </p:cNvGraphicFramePr>
          <p:nvPr>
            <p:ph idx="1"/>
            <p:extLst>
              <p:ext uri="{D42A27DB-BD31-4B8C-83A1-F6EECF244321}">
                <p14:modId xmlns:p14="http://schemas.microsoft.com/office/powerpoint/2010/main" val="3335012889"/>
              </p:ext>
            </p:extLst>
          </p:nvPr>
        </p:nvGraphicFramePr>
        <p:xfrm>
          <a:off x="577846" y="2018538"/>
          <a:ext cx="11041067" cy="3805489"/>
        </p:xfrm>
        <a:graphic>
          <a:graphicData uri="http://schemas.openxmlformats.org/drawingml/2006/table">
            <a:tbl>
              <a:tblPr firstRow="1" bandRow="1">
                <a:tableStyleId>{BC89EF96-8CEA-46FF-86C4-4CE0E7609802}</a:tableStyleId>
              </a:tblPr>
              <a:tblGrid>
                <a:gridCol w="2195829">
                  <a:extLst>
                    <a:ext uri="{9D8B030D-6E8A-4147-A177-3AD203B41FA5}">
                      <a16:colId xmlns:a16="http://schemas.microsoft.com/office/drawing/2014/main" val="2871686097"/>
                    </a:ext>
                  </a:extLst>
                </a:gridCol>
                <a:gridCol w="1110298">
                  <a:extLst>
                    <a:ext uri="{9D8B030D-6E8A-4147-A177-3AD203B41FA5}">
                      <a16:colId xmlns:a16="http://schemas.microsoft.com/office/drawing/2014/main" val="3488994384"/>
                    </a:ext>
                  </a:extLst>
                </a:gridCol>
                <a:gridCol w="1110298">
                  <a:extLst>
                    <a:ext uri="{9D8B030D-6E8A-4147-A177-3AD203B41FA5}">
                      <a16:colId xmlns:a16="http://schemas.microsoft.com/office/drawing/2014/main" val="2500183590"/>
                    </a:ext>
                  </a:extLst>
                </a:gridCol>
                <a:gridCol w="1104107">
                  <a:extLst>
                    <a:ext uri="{9D8B030D-6E8A-4147-A177-3AD203B41FA5}">
                      <a16:colId xmlns:a16="http://schemas.microsoft.com/office/drawing/2014/main" val="339643550"/>
                    </a:ext>
                  </a:extLst>
                </a:gridCol>
                <a:gridCol w="1104107">
                  <a:extLst>
                    <a:ext uri="{9D8B030D-6E8A-4147-A177-3AD203B41FA5}">
                      <a16:colId xmlns:a16="http://schemas.microsoft.com/office/drawing/2014/main" val="3529148547"/>
                    </a:ext>
                  </a:extLst>
                </a:gridCol>
                <a:gridCol w="1104107">
                  <a:extLst>
                    <a:ext uri="{9D8B030D-6E8A-4147-A177-3AD203B41FA5}">
                      <a16:colId xmlns:a16="http://schemas.microsoft.com/office/drawing/2014/main" val="1795721375"/>
                    </a:ext>
                  </a:extLst>
                </a:gridCol>
                <a:gridCol w="1104107">
                  <a:extLst>
                    <a:ext uri="{9D8B030D-6E8A-4147-A177-3AD203B41FA5}">
                      <a16:colId xmlns:a16="http://schemas.microsoft.com/office/drawing/2014/main" val="1657473684"/>
                    </a:ext>
                  </a:extLst>
                </a:gridCol>
                <a:gridCol w="1104107">
                  <a:extLst>
                    <a:ext uri="{9D8B030D-6E8A-4147-A177-3AD203B41FA5}">
                      <a16:colId xmlns:a16="http://schemas.microsoft.com/office/drawing/2014/main" val="2740247881"/>
                    </a:ext>
                  </a:extLst>
                </a:gridCol>
                <a:gridCol w="1104107">
                  <a:extLst>
                    <a:ext uri="{9D8B030D-6E8A-4147-A177-3AD203B41FA5}">
                      <a16:colId xmlns:a16="http://schemas.microsoft.com/office/drawing/2014/main" val="972756174"/>
                    </a:ext>
                  </a:extLst>
                </a:gridCol>
              </a:tblGrid>
              <a:tr h="823664">
                <a:tc>
                  <a:txBody>
                    <a:bodyPr/>
                    <a:lstStyle/>
                    <a:p>
                      <a:endParaRPr lang="nl-BE" dirty="0"/>
                    </a:p>
                  </a:txBody>
                  <a:tcPr/>
                </a:tc>
                <a:tc gridSpan="2">
                  <a:txBody>
                    <a:bodyPr/>
                    <a:lstStyle/>
                    <a:p>
                      <a:r>
                        <a:rPr lang="en-US" dirty="0"/>
                        <a:t>Train </a:t>
                      </a:r>
                      <a:endParaRPr lang="nl-BE" dirty="0"/>
                    </a:p>
                  </a:txBody>
                  <a:tcPr/>
                </a:tc>
                <a:tc hMerge="1">
                  <a:txBody>
                    <a:bodyPr/>
                    <a:lstStyle/>
                    <a:p>
                      <a:endParaRPr lang="nl-BE"/>
                    </a:p>
                  </a:txBody>
                  <a:tcPr/>
                </a:tc>
                <a:tc gridSpan="2">
                  <a:txBody>
                    <a:bodyPr/>
                    <a:lstStyle/>
                    <a:p>
                      <a:r>
                        <a:rPr lang="en-US" dirty="0"/>
                        <a:t>Valid </a:t>
                      </a:r>
                      <a:endParaRPr lang="nl-BE" dirty="0"/>
                    </a:p>
                  </a:txBody>
                  <a:tcPr/>
                </a:tc>
                <a:tc hMerge="1">
                  <a:txBody>
                    <a:bodyPr/>
                    <a:lstStyle/>
                    <a:p>
                      <a:endParaRPr lang="nl-BE"/>
                    </a:p>
                  </a:txBody>
                  <a:tcPr/>
                </a:tc>
                <a:tc gridSpan="2">
                  <a:txBody>
                    <a:bodyPr/>
                    <a:lstStyle/>
                    <a:p>
                      <a:r>
                        <a:rPr lang="en-US" dirty="0"/>
                        <a:t>Test</a:t>
                      </a:r>
                      <a:endParaRPr lang="nl-BE" dirty="0"/>
                    </a:p>
                  </a:txBody>
                  <a:tcPr/>
                </a:tc>
                <a:tc hMerge="1">
                  <a:txBody>
                    <a:bodyPr/>
                    <a:lstStyle/>
                    <a:p>
                      <a:endParaRPr lang="nl-BE"/>
                    </a:p>
                  </a:txBody>
                  <a:tcPr/>
                </a:tc>
                <a:tc gridSpan="2">
                  <a:txBody>
                    <a:bodyPr/>
                    <a:lstStyle/>
                    <a:p>
                      <a:r>
                        <a:rPr lang="en-US" dirty="0"/>
                        <a:t>Total</a:t>
                      </a:r>
                      <a:endParaRPr lang="nl-BE" dirty="0"/>
                    </a:p>
                  </a:txBody>
                  <a:tcPr/>
                </a:tc>
                <a:tc hMerge="1">
                  <a:txBody>
                    <a:bodyPr/>
                    <a:lstStyle/>
                    <a:p>
                      <a:endParaRPr lang="nl-BE"/>
                    </a:p>
                  </a:txBody>
                  <a:tcPr/>
                </a:tc>
                <a:extLst>
                  <a:ext uri="{0D108BD9-81ED-4DB2-BD59-A6C34878D82A}">
                    <a16:rowId xmlns:a16="http://schemas.microsoft.com/office/drawing/2014/main" val="2003678426"/>
                  </a:ext>
                </a:extLst>
              </a:tr>
              <a:tr h="625510">
                <a:tc>
                  <a:txBody>
                    <a:bodyPr/>
                    <a:lstStyle/>
                    <a:p>
                      <a:r>
                        <a:rPr lang="en-US" b="1" dirty="0"/>
                        <a:t>subset</a:t>
                      </a:r>
                      <a:endParaRPr lang="nl-BE" b="1" dirty="0"/>
                    </a:p>
                  </a:txBody>
                  <a:tcPr/>
                </a:tc>
                <a:tc>
                  <a:txBody>
                    <a:bodyPr/>
                    <a:lstStyle/>
                    <a:p>
                      <a:r>
                        <a:rPr lang="en-US" b="1" dirty="0"/>
                        <a:t>gold</a:t>
                      </a:r>
                      <a:endParaRPr lang="nl-BE" b="1" dirty="0"/>
                    </a:p>
                  </a:txBody>
                  <a:tcPr/>
                </a:tc>
                <a:tc>
                  <a:txBody>
                    <a:bodyPr/>
                    <a:lstStyle/>
                    <a:p>
                      <a:r>
                        <a:rPr lang="en-US" b="1" dirty="0"/>
                        <a:t>both</a:t>
                      </a:r>
                      <a:endParaRPr lang="nl-BE" b="1" dirty="0"/>
                    </a:p>
                  </a:txBody>
                  <a:tcPr/>
                </a:tc>
                <a:tc>
                  <a:txBody>
                    <a:bodyPr/>
                    <a:lstStyle/>
                    <a:p>
                      <a:r>
                        <a:rPr lang="en-US" b="1" dirty="0"/>
                        <a:t>gold</a:t>
                      </a:r>
                      <a:endParaRPr lang="nl-BE" b="1" dirty="0"/>
                    </a:p>
                  </a:txBody>
                  <a:tcPr/>
                </a:tc>
                <a:tc>
                  <a:txBody>
                    <a:bodyPr/>
                    <a:lstStyle/>
                    <a:p>
                      <a:r>
                        <a:rPr lang="en-US" b="1" dirty="0"/>
                        <a:t>both</a:t>
                      </a:r>
                      <a:endParaRPr lang="nl-BE" b="1" dirty="0"/>
                    </a:p>
                  </a:txBody>
                  <a:tcPr/>
                </a:tc>
                <a:tc>
                  <a:txBody>
                    <a:bodyPr/>
                    <a:lstStyle/>
                    <a:p>
                      <a:r>
                        <a:rPr lang="en-US" b="1" dirty="0"/>
                        <a:t>gold</a:t>
                      </a:r>
                      <a:endParaRPr lang="nl-BE" b="1" dirty="0"/>
                    </a:p>
                  </a:txBody>
                  <a:tcPr/>
                </a:tc>
                <a:tc>
                  <a:txBody>
                    <a:bodyPr/>
                    <a:lstStyle/>
                    <a:p>
                      <a:r>
                        <a:rPr lang="en-US" b="1" dirty="0"/>
                        <a:t>both</a:t>
                      </a:r>
                      <a:endParaRPr lang="nl-BE" b="1" dirty="0"/>
                    </a:p>
                  </a:txBody>
                  <a:tcPr/>
                </a:tc>
                <a:tc>
                  <a:txBody>
                    <a:bodyPr/>
                    <a:lstStyle/>
                    <a:p>
                      <a:r>
                        <a:rPr lang="en-US" b="1" dirty="0"/>
                        <a:t>gold</a:t>
                      </a:r>
                      <a:endParaRPr lang="nl-BE" b="1" dirty="0"/>
                    </a:p>
                  </a:txBody>
                  <a:tcPr/>
                </a:tc>
                <a:tc>
                  <a:txBody>
                    <a:bodyPr/>
                    <a:lstStyle/>
                    <a:p>
                      <a:r>
                        <a:rPr lang="en-US" b="1" dirty="0"/>
                        <a:t>both</a:t>
                      </a:r>
                      <a:endParaRPr lang="nl-BE" b="1" dirty="0"/>
                    </a:p>
                  </a:txBody>
                  <a:tcPr/>
                </a:tc>
                <a:extLst>
                  <a:ext uri="{0D108BD9-81ED-4DB2-BD59-A6C34878D82A}">
                    <a16:rowId xmlns:a16="http://schemas.microsoft.com/office/drawing/2014/main" val="1296917980"/>
                  </a:ext>
                </a:extLst>
              </a:tr>
              <a:tr h="1157610">
                <a:tc>
                  <a:txBody>
                    <a:bodyPr/>
                    <a:lstStyle/>
                    <a:p>
                      <a:r>
                        <a:rPr lang="en-US" b="1" dirty="0"/>
                        <a:t># mentions</a:t>
                      </a:r>
                      <a:endParaRPr lang="nl-BE" b="1"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BE" sz="1800" dirty="0"/>
                        <a:t>6421</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BE" sz="1800" dirty="0"/>
                        <a:t>10748</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BE" sz="1800" dirty="0"/>
                        <a:t>1049</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BE" sz="1800" dirty="0"/>
                        <a:t>1533</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BE" dirty="0"/>
                        <a:t>1301</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BE" dirty="0"/>
                        <a:t>1754</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BE" dirty="0"/>
                        <a:t>8771</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BE" dirty="0"/>
                        <a:t>14035</a:t>
                      </a:r>
                    </a:p>
                  </a:txBody>
                  <a:tcPr/>
                </a:tc>
                <a:extLst>
                  <a:ext uri="{0D108BD9-81ED-4DB2-BD59-A6C34878D82A}">
                    <a16:rowId xmlns:a16="http://schemas.microsoft.com/office/drawing/2014/main" val="638367683"/>
                  </a:ext>
                </a:extLst>
              </a:tr>
              <a:tr h="1198705">
                <a:tc>
                  <a:txBody>
                    <a:bodyPr/>
                    <a:lstStyle/>
                    <a:p>
                      <a:r>
                        <a:rPr lang="en-US" b="1" dirty="0"/>
                        <a:t># unique entities</a:t>
                      </a:r>
                      <a:endParaRPr lang="nl-BE" b="1" dirty="0"/>
                    </a:p>
                  </a:txBody>
                  <a:tcPr/>
                </a:tc>
                <a:tc>
                  <a:txBody>
                    <a:bodyPr/>
                    <a:lstStyle/>
                    <a:p>
                      <a:r>
                        <a:rPr lang="nl-BE" dirty="0"/>
                        <a:t>918</a:t>
                      </a:r>
                    </a:p>
                  </a:txBody>
                  <a:tcPr/>
                </a:tc>
                <a:tc>
                  <a:txBody>
                    <a:bodyPr/>
                    <a:lstStyle/>
                    <a:p>
                      <a:r>
                        <a:rPr lang="nl-BE" dirty="0"/>
                        <a:t>2504</a:t>
                      </a:r>
                    </a:p>
                  </a:txBody>
                  <a:tcPr/>
                </a:tc>
                <a:tc>
                  <a:txBody>
                    <a:bodyPr/>
                    <a:lstStyle/>
                    <a:p>
                      <a:r>
                        <a:rPr lang="nl-BE" dirty="0"/>
                        <a:t>115</a:t>
                      </a:r>
                    </a:p>
                  </a:txBody>
                  <a:tcPr/>
                </a:tc>
                <a:tc>
                  <a:txBody>
                    <a:bodyPr/>
                    <a:lstStyle/>
                    <a:p>
                      <a:r>
                        <a:rPr lang="nl-BE" dirty="0"/>
                        <a:t>314</a:t>
                      </a:r>
                    </a:p>
                  </a:txBody>
                  <a:tcPr/>
                </a:tc>
                <a:tc>
                  <a:txBody>
                    <a:bodyPr/>
                    <a:lstStyle/>
                    <a:p>
                      <a:r>
                        <a:rPr lang="nl-BE" dirty="0"/>
                        <a:t>115</a:t>
                      </a:r>
                    </a:p>
                  </a:txBody>
                  <a:tcPr/>
                </a:tc>
                <a:tc>
                  <a:txBody>
                    <a:bodyPr/>
                    <a:lstStyle/>
                    <a:p>
                      <a:r>
                        <a:rPr lang="nl-BE" dirty="0"/>
                        <a:t>314</a:t>
                      </a:r>
                    </a:p>
                  </a:txBody>
                  <a:tcPr/>
                </a:tc>
                <a:tc>
                  <a:txBody>
                    <a:bodyPr/>
                    <a:lstStyle/>
                    <a:p>
                      <a:r>
                        <a:rPr lang="nl-BE" dirty="0"/>
                        <a:t>1148</a:t>
                      </a:r>
                    </a:p>
                  </a:txBody>
                  <a:tcPr/>
                </a:tc>
                <a:tc>
                  <a:txBody>
                    <a:bodyPr/>
                    <a:lstStyle/>
                    <a:p>
                      <a:r>
                        <a:rPr lang="nl-BE" dirty="0"/>
                        <a:t>3132</a:t>
                      </a:r>
                    </a:p>
                  </a:txBody>
                  <a:tcPr/>
                </a:tc>
                <a:extLst>
                  <a:ext uri="{0D108BD9-81ED-4DB2-BD59-A6C34878D82A}">
                    <a16:rowId xmlns:a16="http://schemas.microsoft.com/office/drawing/2014/main" val="3901637546"/>
                  </a:ext>
                </a:extLst>
              </a:tr>
            </a:tbl>
          </a:graphicData>
        </a:graphic>
      </p:graphicFrame>
      <p:sp>
        <p:nvSpPr>
          <p:cNvPr id="3" name="Date Placeholder 2">
            <a:extLst>
              <a:ext uri="{FF2B5EF4-FFF2-40B4-BE49-F238E27FC236}">
                <a16:creationId xmlns:a16="http://schemas.microsoft.com/office/drawing/2014/main" id="{E199CAF9-CBF1-2B40-BCD5-B259B407D293}"/>
              </a:ext>
            </a:extLst>
          </p:cNvPr>
          <p:cNvSpPr>
            <a:spLocks noGrp="1"/>
          </p:cNvSpPr>
          <p:nvPr>
            <p:ph type="dt" sz="half" idx="10"/>
          </p:nvPr>
        </p:nvSpPr>
        <p:spPr/>
        <p:txBody>
          <a:bodyPr/>
          <a:lstStyle/>
          <a:p>
            <a:r>
              <a:rPr lang="nl-BE"/>
              <a:t>04/06/2025</a:t>
            </a:r>
            <a:endParaRPr lang="nl-NL"/>
          </a:p>
        </p:txBody>
      </p:sp>
      <p:sp>
        <p:nvSpPr>
          <p:cNvPr id="4" name="Footer Placeholder 3">
            <a:extLst>
              <a:ext uri="{FF2B5EF4-FFF2-40B4-BE49-F238E27FC236}">
                <a16:creationId xmlns:a16="http://schemas.microsoft.com/office/drawing/2014/main" id="{9E0CF0D6-EA71-7FC9-BCBD-9F2C38D3533A}"/>
              </a:ext>
            </a:extLst>
          </p:cNvPr>
          <p:cNvSpPr>
            <a:spLocks noGrp="1"/>
          </p:cNvSpPr>
          <p:nvPr>
            <p:ph type="ftr" sz="quarter" idx="11"/>
          </p:nvPr>
        </p:nvSpPr>
        <p:spPr/>
        <p:txBody>
          <a:bodyPr/>
          <a:lstStyle/>
          <a:p>
            <a:r>
              <a:rPr lang="nl-NL"/>
              <a:t>NIKAW</a:t>
            </a:r>
          </a:p>
        </p:txBody>
      </p:sp>
      <p:sp>
        <p:nvSpPr>
          <p:cNvPr id="5" name="Slide Number Placeholder 4">
            <a:extLst>
              <a:ext uri="{FF2B5EF4-FFF2-40B4-BE49-F238E27FC236}">
                <a16:creationId xmlns:a16="http://schemas.microsoft.com/office/drawing/2014/main" id="{9A3EE3F5-9364-B376-55B9-64BC7E26F6BB}"/>
              </a:ext>
            </a:extLst>
          </p:cNvPr>
          <p:cNvSpPr>
            <a:spLocks noGrp="1"/>
          </p:cNvSpPr>
          <p:nvPr>
            <p:ph type="sldNum" sz="quarter" idx="12"/>
          </p:nvPr>
        </p:nvSpPr>
        <p:spPr/>
        <p:txBody>
          <a:bodyPr/>
          <a:lstStyle/>
          <a:p>
            <a:fld id="{0A297500-7527-634B-90F4-69D0994C32B4}" type="slidenum">
              <a:rPr lang="nl-NL" smtClean="0"/>
              <a:t>20</a:t>
            </a:fld>
            <a:endParaRPr lang="nl-NL"/>
          </a:p>
        </p:txBody>
      </p:sp>
      <p:sp>
        <p:nvSpPr>
          <p:cNvPr id="6" name="Title 5">
            <a:extLst>
              <a:ext uri="{FF2B5EF4-FFF2-40B4-BE49-F238E27FC236}">
                <a16:creationId xmlns:a16="http://schemas.microsoft.com/office/drawing/2014/main" id="{CB3B9C22-1924-5E04-35D7-5BA0A5FBD239}"/>
              </a:ext>
            </a:extLst>
          </p:cNvPr>
          <p:cNvSpPr>
            <a:spLocks noGrp="1"/>
          </p:cNvSpPr>
          <p:nvPr>
            <p:ph type="title"/>
          </p:nvPr>
        </p:nvSpPr>
        <p:spPr/>
        <p:txBody>
          <a:bodyPr/>
          <a:lstStyle/>
          <a:p>
            <a:r>
              <a:rPr lang="en-US" dirty="0"/>
              <a:t>Quantitative overview data</a:t>
            </a:r>
            <a:endParaRPr lang="nl-BE" dirty="0"/>
          </a:p>
        </p:txBody>
      </p:sp>
      <p:sp>
        <p:nvSpPr>
          <p:cNvPr id="2" name="TextBox 1">
            <a:extLst>
              <a:ext uri="{FF2B5EF4-FFF2-40B4-BE49-F238E27FC236}">
                <a16:creationId xmlns:a16="http://schemas.microsoft.com/office/drawing/2014/main" id="{6AAAF7AC-6623-AB80-B4E6-BF7E7DCEBA42}"/>
              </a:ext>
            </a:extLst>
          </p:cNvPr>
          <p:cNvSpPr txBox="1"/>
          <p:nvPr/>
        </p:nvSpPr>
        <p:spPr>
          <a:xfrm>
            <a:off x="574675" y="1474470"/>
            <a:ext cx="11186795" cy="369332"/>
          </a:xfrm>
          <a:prstGeom prst="rect">
            <a:avLst/>
          </a:prstGeom>
          <a:noFill/>
        </p:spPr>
        <p:txBody>
          <a:bodyPr wrap="square" rtlCol="0">
            <a:spAutoFit/>
          </a:bodyPr>
          <a:lstStyle/>
          <a:p>
            <a:r>
              <a:rPr lang="en-US" b="1" dirty="0"/>
              <a:t>No overlap</a:t>
            </a:r>
            <a:endParaRPr lang="nl-BE" b="1" dirty="0"/>
          </a:p>
        </p:txBody>
      </p:sp>
    </p:spTree>
    <p:extLst>
      <p:ext uri="{BB962C8B-B14F-4D97-AF65-F5344CB8AC3E}">
        <p14:creationId xmlns:p14="http://schemas.microsoft.com/office/powerpoint/2010/main" val="2601675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C40C6DC3-9CFE-BE96-B555-39264C55508A}"/>
              </a:ext>
            </a:extLst>
          </p:cNvPr>
          <p:cNvSpPr>
            <a:spLocks noGrp="1"/>
          </p:cNvSpPr>
          <p:nvPr>
            <p:ph type="dt" sz="half" idx="10"/>
          </p:nvPr>
        </p:nvSpPr>
        <p:spPr/>
        <p:txBody>
          <a:bodyPr/>
          <a:lstStyle/>
          <a:p>
            <a:r>
              <a:rPr lang="nl-BE"/>
              <a:t>04/06/2025</a:t>
            </a:r>
            <a:endParaRPr lang="nl-NL"/>
          </a:p>
        </p:txBody>
      </p:sp>
      <p:sp>
        <p:nvSpPr>
          <p:cNvPr id="4" name="Footer Placeholder 3">
            <a:extLst>
              <a:ext uri="{FF2B5EF4-FFF2-40B4-BE49-F238E27FC236}">
                <a16:creationId xmlns:a16="http://schemas.microsoft.com/office/drawing/2014/main" id="{D6011386-DEEF-77D9-0194-7B4A570F0301}"/>
              </a:ext>
            </a:extLst>
          </p:cNvPr>
          <p:cNvSpPr>
            <a:spLocks noGrp="1"/>
          </p:cNvSpPr>
          <p:nvPr>
            <p:ph type="ftr" sz="quarter" idx="11"/>
          </p:nvPr>
        </p:nvSpPr>
        <p:spPr/>
        <p:txBody>
          <a:bodyPr/>
          <a:lstStyle/>
          <a:p>
            <a:r>
              <a:rPr lang="nl-NL"/>
              <a:t>NIKAW</a:t>
            </a:r>
          </a:p>
        </p:txBody>
      </p:sp>
      <p:sp>
        <p:nvSpPr>
          <p:cNvPr id="5" name="Slide Number Placeholder 4">
            <a:extLst>
              <a:ext uri="{FF2B5EF4-FFF2-40B4-BE49-F238E27FC236}">
                <a16:creationId xmlns:a16="http://schemas.microsoft.com/office/drawing/2014/main" id="{117B20BE-E8D8-FA12-B1DF-63CA7B8BA08E}"/>
              </a:ext>
            </a:extLst>
          </p:cNvPr>
          <p:cNvSpPr>
            <a:spLocks noGrp="1"/>
          </p:cNvSpPr>
          <p:nvPr>
            <p:ph type="sldNum" sz="quarter" idx="12"/>
          </p:nvPr>
        </p:nvSpPr>
        <p:spPr/>
        <p:txBody>
          <a:bodyPr/>
          <a:lstStyle/>
          <a:p>
            <a:fld id="{0A297500-7527-634B-90F4-69D0994C32B4}" type="slidenum">
              <a:rPr lang="nl-NL" smtClean="0"/>
              <a:t>21</a:t>
            </a:fld>
            <a:endParaRPr lang="nl-NL"/>
          </a:p>
        </p:txBody>
      </p:sp>
      <p:sp>
        <p:nvSpPr>
          <p:cNvPr id="6" name="Title 5">
            <a:extLst>
              <a:ext uri="{FF2B5EF4-FFF2-40B4-BE49-F238E27FC236}">
                <a16:creationId xmlns:a16="http://schemas.microsoft.com/office/drawing/2014/main" id="{4FFD3C61-895B-5AB2-5078-CA41D8CA5CD9}"/>
              </a:ext>
            </a:extLst>
          </p:cNvPr>
          <p:cNvSpPr>
            <a:spLocks noGrp="1"/>
          </p:cNvSpPr>
          <p:nvPr>
            <p:ph type="title"/>
          </p:nvPr>
        </p:nvSpPr>
        <p:spPr/>
        <p:txBody>
          <a:bodyPr/>
          <a:lstStyle/>
          <a:p>
            <a:r>
              <a:rPr lang="en-US" dirty="0"/>
              <a:t>Results second run</a:t>
            </a:r>
            <a:endParaRPr lang="nl-BE" dirty="0"/>
          </a:p>
        </p:txBody>
      </p:sp>
      <p:sp>
        <p:nvSpPr>
          <p:cNvPr id="9" name="Content Placeholder 8">
            <a:extLst>
              <a:ext uri="{FF2B5EF4-FFF2-40B4-BE49-F238E27FC236}">
                <a16:creationId xmlns:a16="http://schemas.microsoft.com/office/drawing/2014/main" id="{4122489F-B126-1CA0-C4EB-57D2CAD88C1D}"/>
              </a:ext>
            </a:extLst>
          </p:cNvPr>
          <p:cNvSpPr>
            <a:spLocks noGrp="1"/>
          </p:cNvSpPr>
          <p:nvPr>
            <p:ph idx="1"/>
          </p:nvPr>
        </p:nvSpPr>
        <p:spPr/>
        <p:txBody>
          <a:bodyPr/>
          <a:lstStyle/>
          <a:p>
            <a:endParaRPr lang="nl-BE" dirty="0"/>
          </a:p>
        </p:txBody>
      </p:sp>
      <p:graphicFrame>
        <p:nvGraphicFramePr>
          <p:cNvPr id="11" name="Table 10">
            <a:extLst>
              <a:ext uri="{FF2B5EF4-FFF2-40B4-BE49-F238E27FC236}">
                <a16:creationId xmlns:a16="http://schemas.microsoft.com/office/drawing/2014/main" id="{E4C11A0E-A27D-32E6-F982-AE5D3D20D870}"/>
              </a:ext>
            </a:extLst>
          </p:cNvPr>
          <p:cNvGraphicFramePr>
            <a:graphicFrameLocks noGrp="1"/>
          </p:cNvGraphicFramePr>
          <p:nvPr>
            <p:extLst>
              <p:ext uri="{D42A27DB-BD31-4B8C-83A1-F6EECF244321}">
                <p14:modId xmlns:p14="http://schemas.microsoft.com/office/powerpoint/2010/main" val="148330986"/>
              </p:ext>
            </p:extLst>
          </p:nvPr>
        </p:nvGraphicFramePr>
        <p:xfrm>
          <a:off x="574675" y="1350476"/>
          <a:ext cx="10963729" cy="4769524"/>
        </p:xfrm>
        <a:graphic>
          <a:graphicData uri="http://schemas.openxmlformats.org/drawingml/2006/table">
            <a:tbl>
              <a:tblPr firstRow="1" firstCol="1" bandRow="1">
                <a:tableStyleId>{5C22544A-7EE6-4342-B048-85BDC9FD1C3A}</a:tableStyleId>
              </a:tblPr>
              <a:tblGrid>
                <a:gridCol w="4169097">
                  <a:extLst>
                    <a:ext uri="{9D8B030D-6E8A-4147-A177-3AD203B41FA5}">
                      <a16:colId xmlns:a16="http://schemas.microsoft.com/office/drawing/2014/main" val="2000896422"/>
                    </a:ext>
                  </a:extLst>
                </a:gridCol>
                <a:gridCol w="1172443">
                  <a:extLst>
                    <a:ext uri="{9D8B030D-6E8A-4147-A177-3AD203B41FA5}">
                      <a16:colId xmlns:a16="http://schemas.microsoft.com/office/drawing/2014/main" val="2706943853"/>
                    </a:ext>
                  </a:extLst>
                </a:gridCol>
                <a:gridCol w="1172443">
                  <a:extLst>
                    <a:ext uri="{9D8B030D-6E8A-4147-A177-3AD203B41FA5}">
                      <a16:colId xmlns:a16="http://schemas.microsoft.com/office/drawing/2014/main" val="3239075235"/>
                    </a:ext>
                  </a:extLst>
                </a:gridCol>
                <a:gridCol w="1026580">
                  <a:extLst>
                    <a:ext uri="{9D8B030D-6E8A-4147-A177-3AD203B41FA5}">
                      <a16:colId xmlns:a16="http://schemas.microsoft.com/office/drawing/2014/main" val="839796994"/>
                    </a:ext>
                  </a:extLst>
                </a:gridCol>
                <a:gridCol w="1026580">
                  <a:extLst>
                    <a:ext uri="{9D8B030D-6E8A-4147-A177-3AD203B41FA5}">
                      <a16:colId xmlns:a16="http://schemas.microsoft.com/office/drawing/2014/main" val="3669362018"/>
                    </a:ext>
                  </a:extLst>
                </a:gridCol>
                <a:gridCol w="1198293">
                  <a:extLst>
                    <a:ext uri="{9D8B030D-6E8A-4147-A177-3AD203B41FA5}">
                      <a16:colId xmlns:a16="http://schemas.microsoft.com/office/drawing/2014/main" val="693199103"/>
                    </a:ext>
                  </a:extLst>
                </a:gridCol>
                <a:gridCol w="1198293">
                  <a:extLst>
                    <a:ext uri="{9D8B030D-6E8A-4147-A177-3AD203B41FA5}">
                      <a16:colId xmlns:a16="http://schemas.microsoft.com/office/drawing/2014/main" val="1467032575"/>
                    </a:ext>
                  </a:extLst>
                </a:gridCol>
              </a:tblGrid>
              <a:tr h="1035526">
                <a:tc>
                  <a:txBody>
                    <a:bodyPr/>
                    <a:lstStyle/>
                    <a:p>
                      <a:pPr algn="r">
                        <a:lnSpc>
                          <a:spcPct val="107000"/>
                        </a:lnSpc>
                        <a:spcAft>
                          <a:spcPts val="800"/>
                        </a:spcAft>
                        <a:buNone/>
                      </a:pPr>
                      <a:r>
                        <a:rPr lang="nl-BE" sz="2000" kern="100">
                          <a:effectLst/>
                        </a:rPr>
                        <a:t>Model</a:t>
                      </a:r>
                      <a:endParaRPr lang="nl-BE" sz="20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gridSpan="2">
                  <a:txBody>
                    <a:bodyPr/>
                    <a:lstStyle/>
                    <a:p>
                      <a:pPr algn="ctr">
                        <a:lnSpc>
                          <a:spcPct val="107000"/>
                        </a:lnSpc>
                        <a:spcAft>
                          <a:spcPts val="800"/>
                        </a:spcAft>
                        <a:buNone/>
                      </a:pPr>
                      <a:r>
                        <a:rPr lang="nl-BE" sz="2000" kern="100">
                          <a:effectLst/>
                        </a:rPr>
                        <a:t>Bi-encoder recall@top64</a:t>
                      </a:r>
                      <a:endParaRPr lang="nl-BE" sz="20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hMerge="1">
                  <a:txBody>
                    <a:bodyPr/>
                    <a:lstStyle/>
                    <a:p>
                      <a:endParaRPr lang="nl-BE"/>
                    </a:p>
                  </a:txBody>
                  <a:tcPr/>
                </a:tc>
                <a:tc gridSpan="2">
                  <a:txBody>
                    <a:bodyPr/>
                    <a:lstStyle/>
                    <a:p>
                      <a:pPr algn="ctr">
                        <a:lnSpc>
                          <a:spcPct val="107000"/>
                        </a:lnSpc>
                        <a:spcAft>
                          <a:spcPts val="800"/>
                        </a:spcAft>
                        <a:buNone/>
                      </a:pPr>
                      <a:r>
                        <a:rPr lang="en-US" sz="2000" kern="100" dirty="0" err="1">
                          <a:effectLst/>
                          <a:latin typeface="Calibri" panose="020F0502020204030204" pitchFamily="34" charset="0"/>
                          <a:ea typeface="Calibri" panose="020F0502020204030204" pitchFamily="34" charset="0"/>
                          <a:cs typeface="Arial" panose="020B0604020202020204" pitchFamily="34" charset="0"/>
                        </a:rPr>
                        <a:t>Crossencoder</a:t>
                      </a:r>
                      <a:r>
                        <a:rPr lang="en-US" sz="2000" kern="100" dirty="0">
                          <a:effectLst/>
                          <a:latin typeface="Calibri" panose="020F0502020204030204" pitchFamily="34" charset="0"/>
                          <a:ea typeface="Calibri" panose="020F0502020204030204" pitchFamily="34" charset="0"/>
                          <a:cs typeface="Arial" panose="020B0604020202020204" pitchFamily="34" charset="0"/>
                        </a:rPr>
                        <a:t> accuracy</a:t>
                      </a:r>
                      <a:endParaRPr lang="nl-BE" sz="2000" kern="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hMerge="1">
                  <a:txBody>
                    <a:bodyPr/>
                    <a:lstStyle/>
                    <a:p>
                      <a:endParaRPr lang="nl-BE"/>
                    </a:p>
                  </a:txBody>
                  <a:tcPr/>
                </a:tc>
                <a:tc gridSpan="2">
                  <a:txBody>
                    <a:bodyPr/>
                    <a:lstStyle/>
                    <a:p>
                      <a:pPr algn="ctr">
                        <a:lnSpc>
                          <a:spcPct val="107000"/>
                        </a:lnSpc>
                        <a:spcAft>
                          <a:spcPts val="800"/>
                        </a:spcAft>
                        <a:buNone/>
                      </a:pPr>
                      <a:r>
                        <a:rPr lang="nl-BE" sz="2000" kern="100">
                          <a:effectLst/>
                        </a:rPr>
                        <a:t>Overall accuracy</a:t>
                      </a:r>
                      <a:endParaRPr lang="nl-BE" sz="20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hMerge="1">
                  <a:txBody>
                    <a:bodyPr/>
                    <a:lstStyle/>
                    <a:p>
                      <a:endParaRPr lang="nl-BE"/>
                    </a:p>
                  </a:txBody>
                  <a:tcPr/>
                </a:tc>
                <a:extLst>
                  <a:ext uri="{0D108BD9-81ED-4DB2-BD59-A6C34878D82A}">
                    <a16:rowId xmlns:a16="http://schemas.microsoft.com/office/drawing/2014/main" val="2414429341"/>
                  </a:ext>
                </a:extLst>
              </a:tr>
              <a:tr h="303988">
                <a:tc>
                  <a:txBody>
                    <a:bodyPr/>
                    <a:lstStyle/>
                    <a:p>
                      <a:pPr algn="r">
                        <a:lnSpc>
                          <a:spcPct val="107000"/>
                        </a:lnSpc>
                        <a:spcAft>
                          <a:spcPts val="800"/>
                        </a:spcAft>
                        <a:buNone/>
                      </a:pPr>
                      <a:endParaRPr lang="nl-BE" sz="2000" kern="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buNone/>
                      </a:pPr>
                      <a:r>
                        <a:rPr lang="en-US" sz="2000" kern="100" dirty="0">
                          <a:effectLst/>
                          <a:latin typeface="Calibri" panose="020F0502020204030204" pitchFamily="34" charset="0"/>
                          <a:ea typeface="Calibri" panose="020F0502020204030204" pitchFamily="34" charset="0"/>
                          <a:cs typeface="Arial" panose="020B0604020202020204" pitchFamily="34" charset="0"/>
                        </a:rPr>
                        <a:t>Gold</a:t>
                      </a:r>
                      <a:endParaRPr lang="nl-BE" sz="2000" kern="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lang="en-US" sz="2000" kern="100" dirty="0">
                          <a:effectLst/>
                          <a:latin typeface="Calibri" panose="020F0502020204030204" pitchFamily="34" charset="0"/>
                          <a:ea typeface="Calibri" panose="020F0502020204030204" pitchFamily="34" charset="0"/>
                          <a:cs typeface="Arial" panose="020B0604020202020204" pitchFamily="34" charset="0"/>
                        </a:rPr>
                        <a:t>Both</a:t>
                      </a:r>
                      <a:endParaRPr lang="nl-BE" sz="2000" kern="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buNone/>
                      </a:pPr>
                      <a:r>
                        <a:rPr lang="en-US" sz="2000" kern="100" dirty="0">
                          <a:effectLst/>
                          <a:latin typeface="Calibri" panose="020F0502020204030204" pitchFamily="34" charset="0"/>
                          <a:ea typeface="Calibri" panose="020F0502020204030204" pitchFamily="34" charset="0"/>
                          <a:cs typeface="Arial" panose="020B0604020202020204" pitchFamily="34" charset="0"/>
                        </a:rPr>
                        <a:t>Gold</a:t>
                      </a:r>
                      <a:endParaRPr lang="nl-BE" sz="2000" kern="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buNone/>
                      </a:pPr>
                      <a:r>
                        <a:rPr lang="en-US" sz="2000" kern="100" dirty="0">
                          <a:effectLst/>
                          <a:latin typeface="Calibri" panose="020F0502020204030204" pitchFamily="34" charset="0"/>
                          <a:ea typeface="Calibri" panose="020F0502020204030204" pitchFamily="34" charset="0"/>
                          <a:cs typeface="Arial" panose="020B0604020202020204" pitchFamily="34" charset="0"/>
                        </a:rPr>
                        <a:t>Both</a:t>
                      </a:r>
                      <a:endParaRPr lang="nl-BE" sz="2000" kern="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buNone/>
                      </a:pPr>
                      <a:r>
                        <a:rPr lang="en-US" sz="2000" kern="100" dirty="0">
                          <a:effectLst/>
                          <a:latin typeface="Calibri" panose="020F0502020204030204" pitchFamily="34" charset="0"/>
                          <a:ea typeface="Calibri" panose="020F0502020204030204" pitchFamily="34" charset="0"/>
                          <a:cs typeface="Arial" panose="020B0604020202020204" pitchFamily="34" charset="0"/>
                        </a:rPr>
                        <a:t>Gold</a:t>
                      </a:r>
                      <a:endParaRPr lang="nl-BE" sz="2000" kern="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buNone/>
                      </a:pPr>
                      <a:r>
                        <a:rPr lang="en-US" sz="2000" kern="100" dirty="0">
                          <a:effectLst/>
                          <a:latin typeface="Calibri" panose="020F0502020204030204" pitchFamily="34" charset="0"/>
                          <a:ea typeface="Calibri" panose="020F0502020204030204" pitchFamily="34" charset="0"/>
                          <a:cs typeface="Arial" panose="020B0604020202020204" pitchFamily="34" charset="0"/>
                        </a:rPr>
                        <a:t>Both</a:t>
                      </a:r>
                      <a:endParaRPr lang="nl-BE" sz="2000" kern="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166185900"/>
                  </a:ext>
                </a:extLst>
              </a:tr>
              <a:tr h="684468">
                <a:tc>
                  <a:txBody>
                    <a:bodyPr/>
                    <a:lstStyle/>
                    <a:p>
                      <a:pPr algn="r">
                        <a:lnSpc>
                          <a:spcPct val="107000"/>
                        </a:lnSpc>
                        <a:spcAft>
                          <a:spcPts val="800"/>
                        </a:spcAft>
                        <a:buNone/>
                      </a:pPr>
                      <a:r>
                        <a:rPr lang="nl-BE" sz="2000" kern="100" dirty="0" err="1">
                          <a:effectLst/>
                        </a:rPr>
                        <a:t>UGARIT_voll_both</a:t>
                      </a:r>
                      <a:endParaRPr lang="nl-BE" sz="2000" kern="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buNone/>
                      </a:pPr>
                      <a:r>
                        <a:rPr lang="nl-BE" sz="2000" kern="100" dirty="0">
                          <a:effectLst/>
                          <a:latin typeface="Calibri" panose="020F0502020204030204" pitchFamily="34" charset="0"/>
                          <a:ea typeface="Calibri" panose="020F0502020204030204" pitchFamily="34" charset="0"/>
                          <a:cs typeface="Arial" panose="020B0604020202020204" pitchFamily="34" charset="0"/>
                        </a:rPr>
                        <a:t>82,32</a:t>
                      </a:r>
                    </a:p>
                  </a:txBody>
                  <a:tcPr marL="68580" marR="68580" marT="0" marB="0" anchor="ctr"/>
                </a:tc>
                <a:tc>
                  <a:txBody>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lang="nl-BE" sz="2000" kern="100" dirty="0">
                          <a:effectLst/>
                          <a:latin typeface="Calibri" panose="020F0502020204030204" pitchFamily="34" charset="0"/>
                          <a:ea typeface="Calibri" panose="020F0502020204030204" pitchFamily="34" charset="0"/>
                          <a:cs typeface="Arial" panose="020B0604020202020204" pitchFamily="34" charset="0"/>
                        </a:rPr>
                        <a:t>79,99</a:t>
                      </a:r>
                    </a:p>
                  </a:txBody>
                  <a:tcPr marL="68580" marR="68580" marT="0" marB="0" anchor="ctr"/>
                </a:tc>
                <a:tc>
                  <a:txBody>
                    <a:bodyPr/>
                    <a:lstStyle/>
                    <a:p>
                      <a:pPr algn="ctr">
                        <a:lnSpc>
                          <a:spcPct val="107000"/>
                        </a:lnSpc>
                        <a:spcAft>
                          <a:spcPts val="800"/>
                        </a:spcAft>
                        <a:buNone/>
                      </a:pPr>
                      <a:r>
                        <a:rPr lang="nl-BE" sz="2000" b="1" i="0" kern="100" dirty="0">
                          <a:effectLst/>
                          <a:latin typeface="Calibri" panose="020F0502020204030204" pitchFamily="34" charset="0"/>
                          <a:ea typeface="Calibri" panose="020F0502020204030204" pitchFamily="34" charset="0"/>
                          <a:cs typeface="Arial" panose="020B0604020202020204" pitchFamily="34" charset="0"/>
                        </a:rPr>
                        <a:t>28,17</a:t>
                      </a:r>
                    </a:p>
                  </a:txBody>
                  <a:tcPr marL="68580" marR="68580" marT="0" marB="0" anchor="ctr"/>
                </a:tc>
                <a:tc>
                  <a:txBody>
                    <a:bodyPr/>
                    <a:lstStyle/>
                    <a:p>
                      <a:pPr algn="ctr">
                        <a:lnSpc>
                          <a:spcPct val="107000"/>
                        </a:lnSpc>
                        <a:spcAft>
                          <a:spcPts val="800"/>
                        </a:spcAft>
                        <a:buNone/>
                      </a:pPr>
                      <a:r>
                        <a:rPr lang="nl-BE" sz="2000" b="1" kern="100" dirty="0">
                          <a:effectLst/>
                          <a:latin typeface="Calibri" panose="020F0502020204030204" pitchFamily="34" charset="0"/>
                          <a:ea typeface="Calibri" panose="020F0502020204030204" pitchFamily="34" charset="0"/>
                          <a:cs typeface="Arial" panose="020B0604020202020204" pitchFamily="34" charset="0"/>
                        </a:rPr>
                        <a:t>33,10</a:t>
                      </a:r>
                    </a:p>
                  </a:txBody>
                  <a:tcPr marL="68580" marR="68580" marT="0" marB="0" anchor="ctr"/>
                </a:tc>
                <a:tc>
                  <a:txBody>
                    <a:bodyPr/>
                    <a:lstStyle/>
                    <a:p>
                      <a:pPr algn="ctr">
                        <a:lnSpc>
                          <a:spcPct val="107000"/>
                        </a:lnSpc>
                        <a:spcAft>
                          <a:spcPts val="800"/>
                        </a:spcAft>
                        <a:buNone/>
                      </a:pPr>
                      <a:r>
                        <a:rPr lang="nl-BE" sz="2000" b="1" kern="100" dirty="0">
                          <a:effectLst/>
                          <a:latin typeface="Calibri" panose="020F0502020204030204" pitchFamily="34" charset="0"/>
                          <a:ea typeface="Calibri" panose="020F0502020204030204" pitchFamily="34" charset="0"/>
                          <a:cs typeface="Arial" panose="020B0604020202020204" pitchFamily="34" charset="0"/>
                        </a:rPr>
                        <a:t>23,21</a:t>
                      </a:r>
                    </a:p>
                  </a:txBody>
                  <a:tcPr marL="68580" marR="68580" marT="0" marB="0" anchor="ctr"/>
                </a:tc>
                <a:tc>
                  <a:txBody>
                    <a:bodyPr/>
                    <a:lstStyle/>
                    <a:p>
                      <a:pPr algn="ctr">
                        <a:lnSpc>
                          <a:spcPct val="107000"/>
                        </a:lnSpc>
                        <a:spcAft>
                          <a:spcPts val="800"/>
                        </a:spcAft>
                        <a:buNone/>
                      </a:pPr>
                      <a:r>
                        <a:rPr lang="nl-BE" sz="2000" b="1" kern="100" dirty="0">
                          <a:effectLst/>
                          <a:latin typeface="Calibri" panose="020F0502020204030204" pitchFamily="34" charset="0"/>
                          <a:ea typeface="Calibri" panose="020F0502020204030204" pitchFamily="34" charset="0"/>
                          <a:cs typeface="Arial" panose="020B0604020202020204" pitchFamily="34" charset="0"/>
                        </a:rPr>
                        <a:t>26,51</a:t>
                      </a:r>
                    </a:p>
                  </a:txBody>
                  <a:tcPr marL="68580" marR="68580" marT="0" marB="0" anchor="ctr"/>
                </a:tc>
                <a:extLst>
                  <a:ext uri="{0D108BD9-81ED-4DB2-BD59-A6C34878D82A}">
                    <a16:rowId xmlns:a16="http://schemas.microsoft.com/office/drawing/2014/main" val="3588419888"/>
                  </a:ext>
                </a:extLst>
              </a:tr>
              <a:tr h="684468">
                <a:tc>
                  <a:txBody>
                    <a:bodyPr/>
                    <a:lstStyle/>
                    <a:p>
                      <a:pPr algn="r">
                        <a:lnSpc>
                          <a:spcPct val="107000"/>
                        </a:lnSpc>
                        <a:spcAft>
                          <a:spcPts val="800"/>
                        </a:spcAft>
                        <a:buNone/>
                      </a:pPr>
                      <a:r>
                        <a:rPr lang="nl-BE" sz="2000" kern="100" dirty="0" err="1">
                          <a:effectLst/>
                        </a:rPr>
                        <a:t>UGARIT_kurz_both</a:t>
                      </a:r>
                      <a:endParaRPr lang="nl-BE" sz="2000" kern="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buNone/>
                      </a:pPr>
                      <a:r>
                        <a:rPr lang="nl-BE" sz="2000" b="1" kern="100" dirty="0">
                          <a:effectLst/>
                          <a:latin typeface="Calibri" panose="020F0502020204030204" pitchFamily="34" charset="0"/>
                          <a:ea typeface="Calibri" panose="020F0502020204030204" pitchFamily="34" charset="0"/>
                          <a:cs typeface="Arial" panose="020B0604020202020204" pitchFamily="34" charset="0"/>
                        </a:rPr>
                        <a:t>86,78</a:t>
                      </a:r>
                    </a:p>
                  </a:txBody>
                  <a:tcPr marL="68580" marR="68580" marT="0" marB="0" anchor="ctr"/>
                </a:tc>
                <a:tc>
                  <a:txBody>
                    <a:bodyPr/>
                    <a:lstStyle/>
                    <a:p>
                      <a:pPr algn="ctr">
                        <a:lnSpc>
                          <a:spcPct val="107000"/>
                        </a:lnSpc>
                        <a:spcAft>
                          <a:spcPts val="800"/>
                        </a:spcAft>
                        <a:buNone/>
                      </a:pPr>
                      <a:r>
                        <a:rPr lang="nl-BE" sz="2000" b="1" kern="100" dirty="0">
                          <a:effectLst/>
                          <a:latin typeface="Calibri" panose="020F0502020204030204" pitchFamily="34" charset="0"/>
                          <a:ea typeface="Calibri" panose="020F0502020204030204" pitchFamily="34" charset="0"/>
                          <a:cs typeface="Arial" panose="020B0604020202020204" pitchFamily="34" charset="0"/>
                        </a:rPr>
                        <a:t>81,29</a:t>
                      </a:r>
                    </a:p>
                  </a:txBody>
                  <a:tcPr marL="68580" marR="68580" marT="0" marB="0" anchor="ctr"/>
                </a:tc>
                <a:tc>
                  <a:txBody>
                    <a:bodyPr/>
                    <a:lstStyle/>
                    <a:p>
                      <a:pPr algn="ctr">
                        <a:lnSpc>
                          <a:spcPct val="107000"/>
                        </a:lnSpc>
                        <a:spcAft>
                          <a:spcPts val="800"/>
                        </a:spcAft>
                        <a:buNone/>
                      </a:pPr>
                      <a:r>
                        <a:rPr lang="nl-BE" sz="2000" kern="100" dirty="0">
                          <a:effectLst/>
                          <a:latin typeface="Calibri" panose="020F0502020204030204" pitchFamily="34" charset="0"/>
                          <a:ea typeface="Calibri" panose="020F0502020204030204" pitchFamily="34" charset="0"/>
                          <a:cs typeface="Arial" panose="020B0604020202020204" pitchFamily="34" charset="0"/>
                        </a:rPr>
                        <a:t>15,56</a:t>
                      </a:r>
                    </a:p>
                  </a:txBody>
                  <a:tcPr marL="68580" marR="68580" marT="0" marB="0" anchor="ctr"/>
                </a:tc>
                <a:tc>
                  <a:txBody>
                    <a:bodyPr/>
                    <a:lstStyle/>
                    <a:p>
                      <a:pPr algn="ctr">
                        <a:lnSpc>
                          <a:spcPct val="107000"/>
                        </a:lnSpc>
                        <a:spcAft>
                          <a:spcPts val="800"/>
                        </a:spcAft>
                        <a:buNone/>
                      </a:pPr>
                      <a:r>
                        <a:rPr lang="nl-BE" sz="2000" kern="100" dirty="0">
                          <a:effectLst/>
                          <a:latin typeface="Calibri" panose="020F0502020204030204" pitchFamily="34" charset="0"/>
                          <a:ea typeface="Calibri" panose="020F0502020204030204" pitchFamily="34" charset="0"/>
                          <a:cs typeface="Arial" panose="020B0604020202020204" pitchFamily="34" charset="0"/>
                        </a:rPr>
                        <a:t>21,28</a:t>
                      </a:r>
                    </a:p>
                  </a:txBody>
                  <a:tcPr marL="68580" marR="68580" marT="0" marB="0" anchor="ctr"/>
                </a:tc>
                <a:tc>
                  <a:txBody>
                    <a:bodyPr/>
                    <a:lstStyle/>
                    <a:p>
                      <a:pPr algn="ctr">
                        <a:lnSpc>
                          <a:spcPct val="107000"/>
                        </a:lnSpc>
                        <a:spcAft>
                          <a:spcPts val="800"/>
                        </a:spcAft>
                        <a:buNone/>
                      </a:pPr>
                      <a:r>
                        <a:rPr lang="nl-BE" sz="2000" kern="100" dirty="0">
                          <a:effectLst/>
                          <a:latin typeface="Calibri" panose="020F0502020204030204" pitchFamily="34" charset="0"/>
                          <a:ea typeface="Calibri" panose="020F0502020204030204" pitchFamily="34" charset="0"/>
                          <a:cs typeface="Arial" panose="020B0604020202020204" pitchFamily="34" charset="0"/>
                        </a:rPr>
                        <a:t>13,53</a:t>
                      </a:r>
                    </a:p>
                  </a:txBody>
                  <a:tcPr marL="68580" marR="68580" marT="0" marB="0" anchor="ctr"/>
                </a:tc>
                <a:tc>
                  <a:txBody>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lang="nl-BE" sz="2000" kern="100" dirty="0">
                          <a:effectLst/>
                          <a:latin typeface="Calibri" panose="020F0502020204030204" pitchFamily="34" charset="0"/>
                          <a:ea typeface="Calibri" panose="020F0502020204030204" pitchFamily="34" charset="0"/>
                          <a:cs typeface="Arial" panose="020B0604020202020204" pitchFamily="34" charset="0"/>
                        </a:rPr>
                        <a:t>17,33</a:t>
                      </a:r>
                    </a:p>
                  </a:txBody>
                  <a:tcPr marL="68580" marR="68580" marT="0" marB="0" anchor="ctr"/>
                </a:tc>
                <a:extLst>
                  <a:ext uri="{0D108BD9-81ED-4DB2-BD59-A6C34878D82A}">
                    <a16:rowId xmlns:a16="http://schemas.microsoft.com/office/drawing/2014/main" val="2708326797"/>
                  </a:ext>
                </a:extLst>
              </a:tr>
              <a:tr h="684468">
                <a:tc>
                  <a:txBody>
                    <a:bodyPr/>
                    <a:lstStyle/>
                    <a:p>
                      <a:pPr algn="r">
                        <a:lnSpc>
                          <a:spcPct val="107000"/>
                        </a:lnSpc>
                        <a:spcAft>
                          <a:spcPts val="800"/>
                        </a:spcAft>
                        <a:buNone/>
                      </a:pPr>
                      <a:r>
                        <a:rPr lang="nl-BE" sz="2000" kern="100" dirty="0" err="1">
                          <a:effectLst/>
                        </a:rPr>
                        <a:t>UGARIT_kurz_gold</a:t>
                      </a:r>
                      <a:endParaRPr lang="nl-BE" sz="2000" kern="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buNone/>
                      </a:pPr>
                      <a:r>
                        <a:rPr lang="nl-BE" sz="2000" kern="100" dirty="0">
                          <a:effectLst/>
                          <a:latin typeface="Calibri" panose="020F0502020204030204" pitchFamily="34" charset="0"/>
                          <a:ea typeface="Calibri" panose="020F0502020204030204" pitchFamily="34" charset="0"/>
                          <a:cs typeface="Arial" panose="020B0604020202020204" pitchFamily="34" charset="0"/>
                        </a:rPr>
                        <a:t>56,57</a:t>
                      </a:r>
                    </a:p>
                  </a:txBody>
                  <a:tcPr marL="68580" marR="68580" marT="0" marB="0" anchor="ctr"/>
                </a:tc>
                <a:tc>
                  <a:txBody>
                    <a:bodyPr/>
                    <a:lstStyle/>
                    <a:p>
                      <a:pPr algn="ctr">
                        <a:lnSpc>
                          <a:spcPct val="107000"/>
                        </a:lnSpc>
                        <a:spcAft>
                          <a:spcPts val="800"/>
                        </a:spcAft>
                        <a:buNone/>
                      </a:pPr>
                      <a:r>
                        <a:rPr lang="nl-BE" sz="2000" kern="100" dirty="0">
                          <a:effectLst/>
                          <a:latin typeface="Calibri" panose="020F0502020204030204" pitchFamily="34" charset="0"/>
                          <a:ea typeface="Calibri" panose="020F0502020204030204" pitchFamily="34" charset="0"/>
                          <a:cs typeface="Arial" panose="020B0604020202020204" pitchFamily="34" charset="0"/>
                        </a:rPr>
                        <a:t>53,36</a:t>
                      </a:r>
                    </a:p>
                  </a:txBody>
                  <a:tcPr marL="68580" marR="68580" marT="0" marB="0" anchor="ctr"/>
                </a:tc>
                <a:tc>
                  <a:txBody>
                    <a:bodyPr/>
                    <a:lstStyle/>
                    <a:p>
                      <a:pPr algn="ctr">
                        <a:lnSpc>
                          <a:spcPct val="107000"/>
                        </a:lnSpc>
                        <a:spcAft>
                          <a:spcPts val="800"/>
                        </a:spcAft>
                        <a:buNone/>
                      </a:pPr>
                      <a:r>
                        <a:rPr lang="nl-BE" sz="2000" kern="100" dirty="0">
                          <a:effectLst/>
                          <a:latin typeface="Calibri" panose="020F0502020204030204" pitchFamily="34" charset="0"/>
                          <a:ea typeface="Calibri" panose="020F0502020204030204" pitchFamily="34" charset="0"/>
                          <a:cs typeface="Arial" panose="020B0604020202020204" pitchFamily="34" charset="0"/>
                        </a:rPr>
                        <a:t> 05,65</a:t>
                      </a:r>
                    </a:p>
                  </a:txBody>
                  <a:tcPr marL="68580" marR="68580" marT="0" marB="0" anchor="ctr"/>
                </a:tc>
                <a:tc>
                  <a:txBody>
                    <a:bodyPr/>
                    <a:lstStyle/>
                    <a:p>
                      <a:pPr algn="ctr">
                        <a:lnSpc>
                          <a:spcPct val="107000"/>
                        </a:lnSpc>
                        <a:spcAft>
                          <a:spcPts val="800"/>
                        </a:spcAft>
                        <a:buNone/>
                      </a:pPr>
                      <a:r>
                        <a:rPr lang="nl-BE" sz="2000" kern="100" dirty="0">
                          <a:effectLst/>
                          <a:latin typeface="Calibri" panose="020F0502020204030204" pitchFamily="34" charset="0"/>
                          <a:ea typeface="Calibri" panose="020F0502020204030204" pitchFamily="34" charset="0"/>
                          <a:cs typeface="Arial" panose="020B0604020202020204" pitchFamily="34" charset="0"/>
                        </a:rPr>
                        <a:t>04,76</a:t>
                      </a:r>
                    </a:p>
                  </a:txBody>
                  <a:tcPr marL="68580" marR="68580" marT="0" marB="0" anchor="ctr"/>
                </a:tc>
                <a:tc>
                  <a:txBody>
                    <a:bodyPr/>
                    <a:lstStyle/>
                    <a:p>
                      <a:pPr algn="ctr">
                        <a:lnSpc>
                          <a:spcPct val="107000"/>
                        </a:lnSpc>
                        <a:spcAft>
                          <a:spcPts val="800"/>
                        </a:spcAft>
                        <a:buNone/>
                      </a:pPr>
                      <a:r>
                        <a:rPr lang="nl-BE" sz="2000" kern="100" dirty="0">
                          <a:effectLst/>
                          <a:latin typeface="Calibri" panose="020F0502020204030204" pitchFamily="34" charset="0"/>
                          <a:ea typeface="Calibri" panose="020F0502020204030204" pitchFamily="34" charset="0"/>
                          <a:cs typeface="Arial" panose="020B0604020202020204" pitchFamily="34" charset="0"/>
                        </a:rPr>
                        <a:t>03,22</a:t>
                      </a:r>
                    </a:p>
                  </a:txBody>
                  <a:tcPr marL="68580" marR="68580" marT="0" marB="0" anchor="ctr"/>
                </a:tc>
                <a:tc>
                  <a:txBody>
                    <a:bodyPr/>
                    <a:lstStyle/>
                    <a:p>
                      <a:pPr algn="ctr">
                        <a:lnSpc>
                          <a:spcPct val="107000"/>
                        </a:lnSpc>
                        <a:spcAft>
                          <a:spcPts val="800"/>
                        </a:spcAft>
                        <a:buNone/>
                      </a:pPr>
                      <a:r>
                        <a:rPr lang="nl-BE" sz="2000" kern="100" dirty="0">
                          <a:effectLst/>
                          <a:latin typeface="Calibri" panose="020F0502020204030204" pitchFamily="34" charset="0"/>
                          <a:ea typeface="Calibri" panose="020F0502020204030204" pitchFamily="34" charset="0"/>
                          <a:cs typeface="Arial" panose="020B0604020202020204" pitchFamily="34" charset="0"/>
                        </a:rPr>
                        <a:t>02,57</a:t>
                      </a:r>
                    </a:p>
                  </a:txBody>
                  <a:tcPr marL="68580" marR="68580" marT="0" marB="0" anchor="ctr"/>
                </a:tc>
                <a:extLst>
                  <a:ext uri="{0D108BD9-81ED-4DB2-BD59-A6C34878D82A}">
                    <a16:rowId xmlns:a16="http://schemas.microsoft.com/office/drawing/2014/main" val="2637322933"/>
                  </a:ext>
                </a:extLst>
              </a:tr>
              <a:tr h="684468">
                <a:tc>
                  <a:txBody>
                    <a:bodyPr/>
                    <a:lstStyle/>
                    <a:p>
                      <a:pPr algn="r">
                        <a:lnSpc>
                          <a:spcPct val="107000"/>
                        </a:lnSpc>
                        <a:spcAft>
                          <a:spcPts val="800"/>
                        </a:spcAft>
                        <a:buNone/>
                      </a:pPr>
                      <a:r>
                        <a:rPr lang="nl-BE" sz="2000" kern="100" dirty="0" err="1">
                          <a:effectLst/>
                        </a:rPr>
                        <a:t>UGARIT_long_gold</a:t>
                      </a:r>
                      <a:endParaRPr lang="nl-BE" sz="2000" kern="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buNone/>
                      </a:pPr>
                      <a:r>
                        <a:rPr lang="nl-BE" sz="2000" kern="100" dirty="0">
                          <a:effectLst/>
                          <a:latin typeface="Calibri" panose="020F0502020204030204" pitchFamily="34" charset="0"/>
                          <a:ea typeface="Calibri" panose="020F0502020204030204" pitchFamily="34" charset="0"/>
                          <a:cs typeface="Arial" panose="020B0604020202020204" pitchFamily="34" charset="0"/>
                        </a:rPr>
                        <a:t> 40,10</a:t>
                      </a:r>
                    </a:p>
                  </a:txBody>
                  <a:tcPr marL="68580" marR="68580" marT="0" marB="0" anchor="ctr"/>
                </a:tc>
                <a:tc>
                  <a:txBody>
                    <a:bodyPr/>
                    <a:lstStyle/>
                    <a:p>
                      <a:pPr algn="ctr">
                        <a:lnSpc>
                          <a:spcPct val="107000"/>
                        </a:lnSpc>
                        <a:spcAft>
                          <a:spcPts val="800"/>
                        </a:spcAft>
                        <a:buNone/>
                      </a:pPr>
                      <a:r>
                        <a:rPr lang="nl-BE" sz="2000" kern="100" dirty="0">
                          <a:effectLst/>
                          <a:latin typeface="Calibri" panose="020F0502020204030204" pitchFamily="34" charset="0"/>
                          <a:ea typeface="Calibri" panose="020F0502020204030204" pitchFamily="34" charset="0"/>
                          <a:cs typeface="Arial" panose="020B0604020202020204" pitchFamily="34" charset="0"/>
                        </a:rPr>
                        <a:t>44,07</a:t>
                      </a:r>
                    </a:p>
                  </a:txBody>
                  <a:tcPr marL="68580" marR="68580" marT="0" marB="0" anchor="ctr"/>
                </a:tc>
                <a:tc>
                  <a:txBody>
                    <a:bodyPr/>
                    <a:lstStyle/>
                    <a:p>
                      <a:pPr algn="ctr">
                        <a:lnSpc>
                          <a:spcPct val="107000"/>
                        </a:lnSpc>
                        <a:spcAft>
                          <a:spcPts val="800"/>
                        </a:spcAft>
                        <a:buNone/>
                      </a:pPr>
                      <a:r>
                        <a:rPr lang="nl-BE" sz="2000" b="0" kern="100" dirty="0">
                          <a:effectLst/>
                          <a:latin typeface="Calibri" panose="020F0502020204030204" pitchFamily="34" charset="0"/>
                          <a:ea typeface="Calibri" panose="020F0502020204030204" pitchFamily="34" charset="0"/>
                          <a:cs typeface="Arial" panose="020B0604020202020204" pitchFamily="34" charset="0"/>
                        </a:rPr>
                        <a:t>40,76</a:t>
                      </a:r>
                    </a:p>
                  </a:txBody>
                  <a:tcPr marL="68580" marR="68580" marT="0" marB="0" anchor="ctr"/>
                </a:tc>
                <a:tc>
                  <a:txBody>
                    <a:bodyPr/>
                    <a:lstStyle/>
                    <a:p>
                      <a:pPr algn="ctr">
                        <a:lnSpc>
                          <a:spcPct val="107000"/>
                        </a:lnSpc>
                        <a:spcAft>
                          <a:spcPts val="800"/>
                        </a:spcAft>
                        <a:buNone/>
                      </a:pPr>
                      <a:r>
                        <a:rPr lang="nl-BE" sz="2000" kern="100" dirty="0">
                          <a:effectLst/>
                          <a:latin typeface="Calibri" panose="020F0502020204030204" pitchFamily="34" charset="0"/>
                          <a:ea typeface="Calibri" panose="020F0502020204030204" pitchFamily="34" charset="0"/>
                          <a:cs typeface="Arial" panose="020B0604020202020204" pitchFamily="34" charset="0"/>
                        </a:rPr>
                        <a:t> 30,79</a:t>
                      </a:r>
                    </a:p>
                  </a:txBody>
                  <a:tcPr marL="68580" marR="68580" marT="0" marB="0" anchor="ctr"/>
                </a:tc>
                <a:tc>
                  <a:txBody>
                    <a:bodyPr/>
                    <a:lstStyle/>
                    <a:p>
                      <a:pPr algn="ctr">
                        <a:lnSpc>
                          <a:spcPct val="107000"/>
                        </a:lnSpc>
                        <a:spcAft>
                          <a:spcPts val="800"/>
                        </a:spcAft>
                        <a:buNone/>
                      </a:pPr>
                      <a:r>
                        <a:rPr lang="nl-BE" sz="2000" kern="100" dirty="0">
                          <a:effectLst/>
                          <a:latin typeface="Calibri" panose="020F0502020204030204" pitchFamily="34" charset="0"/>
                          <a:ea typeface="Calibri" panose="020F0502020204030204" pitchFamily="34" charset="0"/>
                          <a:cs typeface="Arial" panose="020B0604020202020204" pitchFamily="34" charset="0"/>
                        </a:rPr>
                        <a:t>16,45</a:t>
                      </a:r>
                    </a:p>
                  </a:txBody>
                  <a:tcPr marL="68580" marR="68580" marT="0" marB="0" anchor="ctr"/>
                </a:tc>
                <a:tc>
                  <a:txBody>
                    <a:bodyPr/>
                    <a:lstStyle/>
                    <a:p>
                      <a:pPr algn="ctr">
                        <a:lnSpc>
                          <a:spcPct val="107000"/>
                        </a:lnSpc>
                        <a:spcAft>
                          <a:spcPts val="800"/>
                        </a:spcAft>
                        <a:buNone/>
                      </a:pPr>
                      <a:r>
                        <a:rPr lang="nl-BE" sz="2000" kern="100" dirty="0">
                          <a:effectLst/>
                          <a:latin typeface="Calibri" panose="020F0502020204030204" pitchFamily="34" charset="0"/>
                          <a:ea typeface="Calibri" panose="020F0502020204030204" pitchFamily="34" charset="0"/>
                          <a:cs typeface="Arial" panose="020B0604020202020204" pitchFamily="34" charset="0"/>
                        </a:rPr>
                        <a:t>13,62</a:t>
                      </a:r>
                    </a:p>
                  </a:txBody>
                  <a:tcPr marL="68580" marR="68580" marT="0" marB="0" anchor="ctr"/>
                </a:tc>
                <a:extLst>
                  <a:ext uri="{0D108BD9-81ED-4DB2-BD59-A6C34878D82A}">
                    <a16:rowId xmlns:a16="http://schemas.microsoft.com/office/drawing/2014/main" val="3985578786"/>
                  </a:ext>
                </a:extLst>
              </a:tr>
              <a:tr h="684468">
                <a:tc>
                  <a:txBody>
                    <a:bodyPr/>
                    <a:lstStyle/>
                    <a:p>
                      <a:pPr algn="r">
                        <a:lnSpc>
                          <a:spcPct val="107000"/>
                        </a:lnSpc>
                        <a:spcAft>
                          <a:spcPts val="800"/>
                        </a:spcAft>
                        <a:buNone/>
                      </a:pPr>
                      <a:r>
                        <a:rPr lang="en-US" sz="2000" kern="100" dirty="0">
                          <a:effectLst/>
                          <a:latin typeface="Calibri" panose="020F0502020204030204" pitchFamily="34" charset="0"/>
                          <a:ea typeface="Calibri" panose="020F0502020204030204" pitchFamily="34" charset="0"/>
                          <a:cs typeface="Arial" panose="020B0604020202020204" pitchFamily="34" charset="0"/>
                        </a:rPr>
                        <a:t>Baseline</a:t>
                      </a:r>
                      <a:endParaRPr lang="nl-BE" sz="2000" kern="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buNone/>
                      </a:pPr>
                      <a:r>
                        <a:rPr lang="nl-BE" sz="2000" kern="100" dirty="0">
                          <a:effectLst/>
                          <a:latin typeface="Calibri" panose="020F0502020204030204" pitchFamily="34" charset="0"/>
                          <a:ea typeface="Calibri" panose="020F0502020204030204" pitchFamily="34" charset="0"/>
                          <a:cs typeface="Arial" panose="020B0604020202020204" pitchFamily="34" charset="0"/>
                        </a:rPr>
                        <a:t>36.43</a:t>
                      </a:r>
                    </a:p>
                  </a:txBody>
                  <a:tcPr marL="68580" marR="68580" marT="0" marB="0" anchor="ctr"/>
                </a:tc>
                <a:tc>
                  <a:txBody>
                    <a:bodyPr/>
                    <a:lstStyle/>
                    <a:p>
                      <a:pPr algn="ctr">
                        <a:lnSpc>
                          <a:spcPct val="107000"/>
                        </a:lnSpc>
                        <a:spcAft>
                          <a:spcPts val="800"/>
                        </a:spcAft>
                        <a:buNone/>
                      </a:pPr>
                      <a:r>
                        <a:rPr lang="nl-BE" sz="2000" kern="100" dirty="0">
                          <a:effectLst/>
                          <a:latin typeface="Calibri" panose="020F0502020204030204" pitchFamily="34" charset="0"/>
                          <a:ea typeface="Calibri" panose="020F0502020204030204" pitchFamily="34" charset="0"/>
                          <a:cs typeface="Arial" panose="020B0604020202020204" pitchFamily="34" charset="0"/>
                        </a:rPr>
                        <a:t>47.89</a:t>
                      </a:r>
                    </a:p>
                  </a:txBody>
                  <a:tcPr marL="68580" marR="68580" marT="0" marB="0" anchor="ctr"/>
                </a:tc>
                <a:tc>
                  <a:txBody>
                    <a:bodyPr/>
                    <a:lstStyle/>
                    <a:p>
                      <a:pPr algn="ctr">
                        <a:lnSpc>
                          <a:spcPct val="107000"/>
                        </a:lnSpc>
                        <a:spcAft>
                          <a:spcPts val="800"/>
                        </a:spcAft>
                        <a:buNone/>
                      </a:pPr>
                      <a:endParaRPr lang="nl-BE" sz="2000" b="0" kern="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buNone/>
                      </a:pPr>
                      <a:endParaRPr lang="nl-BE" sz="2000" kern="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buNone/>
                      </a:pPr>
                      <a:endParaRPr lang="nl-BE" sz="2000" kern="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buNone/>
                      </a:pPr>
                      <a:endParaRPr lang="nl-BE" sz="2000" kern="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2239661308"/>
                  </a:ext>
                </a:extLst>
              </a:tr>
            </a:tbl>
          </a:graphicData>
        </a:graphic>
      </p:graphicFrame>
    </p:spTree>
    <p:extLst>
      <p:ext uri="{BB962C8B-B14F-4D97-AF65-F5344CB8AC3E}">
        <p14:creationId xmlns:p14="http://schemas.microsoft.com/office/powerpoint/2010/main" val="226153298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59D3B5E-17A3-9C28-0848-C5B9BF171702}"/>
              </a:ext>
            </a:extLst>
          </p:cNvPr>
          <p:cNvSpPr>
            <a:spLocks noGrp="1"/>
          </p:cNvSpPr>
          <p:nvPr>
            <p:ph idx="1"/>
          </p:nvPr>
        </p:nvSpPr>
        <p:spPr>
          <a:xfrm>
            <a:off x="577713" y="1359036"/>
            <a:ext cx="11041200" cy="4464000"/>
          </a:xfrm>
        </p:spPr>
        <p:txBody>
          <a:bodyPr/>
          <a:lstStyle/>
          <a:p>
            <a:r>
              <a:rPr lang="en-US" dirty="0"/>
              <a:t>For the </a:t>
            </a:r>
            <a:r>
              <a:rPr lang="en-US" dirty="0" err="1"/>
              <a:t>biencoder</a:t>
            </a:r>
            <a:r>
              <a:rPr lang="en-US" dirty="0"/>
              <a:t>: more data = better results</a:t>
            </a:r>
          </a:p>
          <a:p>
            <a:r>
              <a:rPr lang="en-US" dirty="0"/>
              <a:t>For the </a:t>
            </a:r>
            <a:r>
              <a:rPr lang="en-US" dirty="0" err="1"/>
              <a:t>crossencoder</a:t>
            </a:r>
            <a:r>
              <a:rPr lang="en-US" dirty="0"/>
              <a:t>: </a:t>
            </a:r>
            <a:r>
              <a:rPr lang="en-US" dirty="0" err="1"/>
              <a:t>Volltext</a:t>
            </a:r>
            <a:r>
              <a:rPr lang="en-US" dirty="0"/>
              <a:t> = better results</a:t>
            </a:r>
          </a:p>
          <a:p>
            <a:r>
              <a:rPr lang="en-US" dirty="0"/>
              <a:t>Context alone likely not enough</a:t>
            </a:r>
          </a:p>
          <a:p>
            <a:pPr lvl="1"/>
            <a:r>
              <a:rPr lang="en-US" dirty="0"/>
              <a:t>Adding domain knowledge?</a:t>
            </a:r>
          </a:p>
          <a:p>
            <a:r>
              <a:rPr lang="en-US" dirty="0"/>
              <a:t>Qualitative analysis</a:t>
            </a:r>
          </a:p>
          <a:p>
            <a:r>
              <a:rPr lang="en-US" dirty="0"/>
              <a:t>Hyperparameter optimization</a:t>
            </a:r>
          </a:p>
          <a:p>
            <a:r>
              <a:rPr lang="en-US" dirty="0"/>
              <a:t>Add Latin</a:t>
            </a:r>
          </a:p>
          <a:p>
            <a:pPr lvl="1"/>
            <a:endParaRPr lang="en-US" dirty="0"/>
          </a:p>
          <a:p>
            <a:endParaRPr lang="nl-BE" dirty="0"/>
          </a:p>
        </p:txBody>
      </p:sp>
      <p:sp>
        <p:nvSpPr>
          <p:cNvPr id="3" name="Date Placeholder 2">
            <a:extLst>
              <a:ext uri="{FF2B5EF4-FFF2-40B4-BE49-F238E27FC236}">
                <a16:creationId xmlns:a16="http://schemas.microsoft.com/office/drawing/2014/main" id="{3E3E1DB7-D7E9-D324-C344-B1C2EED05110}"/>
              </a:ext>
            </a:extLst>
          </p:cNvPr>
          <p:cNvSpPr>
            <a:spLocks noGrp="1"/>
          </p:cNvSpPr>
          <p:nvPr>
            <p:ph type="dt" sz="half" idx="10"/>
          </p:nvPr>
        </p:nvSpPr>
        <p:spPr/>
        <p:txBody>
          <a:bodyPr/>
          <a:lstStyle/>
          <a:p>
            <a:r>
              <a:rPr lang="nl-BE"/>
              <a:t>04/06/2025</a:t>
            </a:r>
            <a:endParaRPr lang="nl-NL"/>
          </a:p>
        </p:txBody>
      </p:sp>
      <p:sp>
        <p:nvSpPr>
          <p:cNvPr id="4" name="Footer Placeholder 3">
            <a:extLst>
              <a:ext uri="{FF2B5EF4-FFF2-40B4-BE49-F238E27FC236}">
                <a16:creationId xmlns:a16="http://schemas.microsoft.com/office/drawing/2014/main" id="{2C361F80-C7B2-C033-3639-15DF4AA455C3}"/>
              </a:ext>
            </a:extLst>
          </p:cNvPr>
          <p:cNvSpPr>
            <a:spLocks noGrp="1"/>
          </p:cNvSpPr>
          <p:nvPr>
            <p:ph type="ftr" sz="quarter" idx="11"/>
          </p:nvPr>
        </p:nvSpPr>
        <p:spPr/>
        <p:txBody>
          <a:bodyPr/>
          <a:lstStyle/>
          <a:p>
            <a:r>
              <a:rPr lang="nl-NL"/>
              <a:t>NIKAW</a:t>
            </a:r>
          </a:p>
        </p:txBody>
      </p:sp>
      <p:sp>
        <p:nvSpPr>
          <p:cNvPr id="5" name="Slide Number Placeholder 4">
            <a:extLst>
              <a:ext uri="{FF2B5EF4-FFF2-40B4-BE49-F238E27FC236}">
                <a16:creationId xmlns:a16="http://schemas.microsoft.com/office/drawing/2014/main" id="{51775B83-F267-1865-EF53-5B719478031F}"/>
              </a:ext>
            </a:extLst>
          </p:cNvPr>
          <p:cNvSpPr>
            <a:spLocks noGrp="1"/>
          </p:cNvSpPr>
          <p:nvPr>
            <p:ph type="sldNum" sz="quarter" idx="12"/>
          </p:nvPr>
        </p:nvSpPr>
        <p:spPr/>
        <p:txBody>
          <a:bodyPr/>
          <a:lstStyle/>
          <a:p>
            <a:fld id="{0A297500-7527-634B-90F4-69D0994C32B4}" type="slidenum">
              <a:rPr lang="nl-NL" smtClean="0"/>
              <a:t>22</a:t>
            </a:fld>
            <a:endParaRPr lang="nl-NL"/>
          </a:p>
        </p:txBody>
      </p:sp>
      <p:sp>
        <p:nvSpPr>
          <p:cNvPr id="6" name="Title 5">
            <a:extLst>
              <a:ext uri="{FF2B5EF4-FFF2-40B4-BE49-F238E27FC236}">
                <a16:creationId xmlns:a16="http://schemas.microsoft.com/office/drawing/2014/main" id="{01C8198C-904A-B0F8-53D1-FF277B06E8C8}"/>
              </a:ext>
            </a:extLst>
          </p:cNvPr>
          <p:cNvSpPr>
            <a:spLocks noGrp="1"/>
          </p:cNvSpPr>
          <p:nvPr>
            <p:ph type="title"/>
          </p:nvPr>
        </p:nvSpPr>
        <p:spPr/>
        <p:txBody>
          <a:bodyPr/>
          <a:lstStyle/>
          <a:p>
            <a:r>
              <a:rPr lang="en-US" dirty="0"/>
              <a:t>Conclusion + future work</a:t>
            </a:r>
            <a:endParaRPr lang="nl-BE" dirty="0"/>
          </a:p>
        </p:txBody>
      </p:sp>
    </p:spTree>
    <p:extLst>
      <p:ext uri="{BB962C8B-B14F-4D97-AF65-F5344CB8AC3E}">
        <p14:creationId xmlns:p14="http://schemas.microsoft.com/office/powerpoint/2010/main" val="217349758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D4CCBD1-FCA5-BB8D-81F2-50910131E21C}"/>
              </a:ext>
            </a:extLst>
          </p:cNvPr>
          <p:cNvSpPr>
            <a:spLocks noGrp="1"/>
          </p:cNvSpPr>
          <p:nvPr>
            <p:ph idx="1"/>
          </p:nvPr>
        </p:nvSpPr>
        <p:spPr>
          <a:xfrm>
            <a:off x="576000" y="1278810"/>
            <a:ext cx="11041200" cy="4464000"/>
          </a:xfrm>
        </p:spPr>
        <p:txBody>
          <a:bodyPr>
            <a:normAutofit fontScale="62500" lnSpcReduction="20000"/>
          </a:bodyPr>
          <a:lstStyle/>
          <a:p>
            <a:r>
              <a:rPr lang="en-US" b="1" dirty="0">
                <a:effectLst/>
              </a:rPr>
              <a:t>Trismegistos People</a:t>
            </a:r>
            <a:r>
              <a:rPr lang="en-US" dirty="0"/>
              <a:t>: </a:t>
            </a:r>
            <a:r>
              <a:rPr lang="en-US" dirty="0">
                <a:effectLst/>
              </a:rPr>
              <a:t>Broux, Y., &amp; Depauw, M. (2015). Developing Onomastic Gazetteers and </a:t>
            </a:r>
            <a:r>
              <a:rPr lang="en-US" dirty="0" err="1">
                <a:effectLst/>
              </a:rPr>
              <a:t>Prosopographies</a:t>
            </a:r>
            <a:r>
              <a:rPr lang="en-US" dirty="0">
                <a:effectLst/>
              </a:rPr>
              <a:t> for the Ancient World Through Named Entity Recognition and Graph Visualization: Some Examples from Trismegistos People. In L. M. Aiello &amp; D. McFarland (Eds.), </a:t>
            </a:r>
            <a:r>
              <a:rPr lang="en-US" i="1" dirty="0">
                <a:effectLst/>
              </a:rPr>
              <a:t>Social Informatics</a:t>
            </a:r>
            <a:r>
              <a:rPr lang="en-US" dirty="0">
                <a:effectLst/>
              </a:rPr>
              <a:t> (pp. 304–313). Springer International Publishing. </a:t>
            </a:r>
            <a:r>
              <a:rPr lang="en-US" dirty="0">
                <a:effectLst/>
                <a:hlinkClick r:id="rId2"/>
              </a:rPr>
              <a:t>https://doi.org/10.1007/978-3-319-15168-7_38</a:t>
            </a:r>
            <a:endParaRPr lang="en-US" dirty="0">
              <a:effectLst/>
            </a:endParaRPr>
          </a:p>
          <a:p>
            <a:r>
              <a:rPr lang="en-US" b="1" dirty="0" err="1">
                <a:effectLst/>
              </a:rPr>
              <a:t>GLAUx</a:t>
            </a:r>
            <a:r>
              <a:rPr lang="en-US" dirty="0">
                <a:effectLst/>
              </a:rPr>
              <a:t>: Keersmaekers, A. (2021). The </a:t>
            </a:r>
            <a:r>
              <a:rPr lang="en-US" dirty="0" err="1">
                <a:effectLst/>
              </a:rPr>
              <a:t>GLAUx</a:t>
            </a:r>
            <a:r>
              <a:rPr lang="en-US" dirty="0">
                <a:effectLst/>
              </a:rPr>
              <a:t> corpus: Methodological issues in designing a long-term, diverse, multi-layered corpus of Ancient Greek. </a:t>
            </a:r>
            <a:r>
              <a:rPr lang="en-US" i="1" dirty="0">
                <a:effectLst/>
              </a:rPr>
              <a:t>Proceedings of the 2nd International Workshop on Computational Approaches to Historical Language Change 2021</a:t>
            </a:r>
            <a:r>
              <a:rPr lang="en-US" dirty="0">
                <a:effectLst/>
              </a:rPr>
              <a:t>, 39–50. </a:t>
            </a:r>
            <a:r>
              <a:rPr lang="en-US" dirty="0">
                <a:effectLst/>
                <a:hlinkClick r:id="rId3"/>
              </a:rPr>
              <a:t>https://doi.org/10.18653/v1/2021.lchange-1.6</a:t>
            </a:r>
            <a:endParaRPr lang="en-US" dirty="0">
              <a:effectLst/>
            </a:endParaRPr>
          </a:p>
          <a:p>
            <a:r>
              <a:rPr lang="en-US" dirty="0">
                <a:effectLst/>
              </a:rPr>
              <a:t>Logeswaran, L., Chang, M.-W., Lee, K., Toutanova, K., Devlin, J., &amp; Lee, H. (2019). Zero-Shot Entity Linking by Reading Entity Descriptions. </a:t>
            </a:r>
            <a:r>
              <a:rPr lang="en-US" i="1" dirty="0">
                <a:effectLst/>
              </a:rPr>
              <a:t>Proceedings of the 57th Annual Meeting of the Association for Computational Linguistics</a:t>
            </a:r>
            <a:r>
              <a:rPr lang="en-US" dirty="0">
                <a:effectLst/>
              </a:rPr>
              <a:t>, 3449–3460. </a:t>
            </a:r>
            <a:r>
              <a:rPr lang="en-US" dirty="0">
                <a:effectLst/>
                <a:hlinkClick r:id="rId4"/>
              </a:rPr>
              <a:t>https://doi.org/10.18653/v1/P19-1335</a:t>
            </a:r>
            <a:endParaRPr lang="en-US" dirty="0">
              <a:effectLst/>
            </a:endParaRPr>
          </a:p>
          <a:p>
            <a:r>
              <a:rPr lang="en-US" dirty="0">
                <a:effectLst/>
              </a:rPr>
              <a:t>Riemenschneider, F., &amp; Frank, A. (2023). Exploring Large Language Models for Classical Philology. </a:t>
            </a:r>
            <a:r>
              <a:rPr lang="en-US" i="1" dirty="0">
                <a:effectLst/>
              </a:rPr>
              <a:t>Proceedings of the 61st Annual Meeting of the Association for Computational Linguistics (Volume 1: Long Papers)</a:t>
            </a:r>
            <a:r>
              <a:rPr lang="en-US" dirty="0">
                <a:effectLst/>
              </a:rPr>
              <a:t>, 15181–15199. </a:t>
            </a:r>
            <a:r>
              <a:rPr lang="en-US" dirty="0">
                <a:effectLst/>
                <a:hlinkClick r:id="rId5"/>
              </a:rPr>
              <a:t>https://doi.org/10.18653/v1/2023.acl-long.846</a:t>
            </a:r>
            <a:endParaRPr lang="en-US" dirty="0">
              <a:effectLst/>
            </a:endParaRPr>
          </a:p>
          <a:p>
            <a:r>
              <a:rPr lang="en-US" dirty="0">
                <a:effectLst/>
              </a:rPr>
              <a:t>Wu, L., Petroni, F., </a:t>
            </a:r>
            <a:r>
              <a:rPr lang="en-US" dirty="0" err="1">
                <a:effectLst/>
              </a:rPr>
              <a:t>Josifoski</a:t>
            </a:r>
            <a:r>
              <a:rPr lang="en-US" dirty="0">
                <a:effectLst/>
              </a:rPr>
              <a:t>, M., Riedel, S., &amp; Zettlemoyer, L. (2020). Scalable Zero-shot Entity Linking with Dense Entity Retrieval. </a:t>
            </a:r>
            <a:r>
              <a:rPr lang="en-US" i="1" dirty="0">
                <a:effectLst/>
              </a:rPr>
              <a:t>Proceedings of the 2020 Conference on Empirical Methods in Natural Language Processing (EMNLP)</a:t>
            </a:r>
            <a:r>
              <a:rPr lang="en-US" dirty="0">
                <a:effectLst/>
              </a:rPr>
              <a:t>, 6397–6407. </a:t>
            </a:r>
            <a:r>
              <a:rPr lang="en-US" dirty="0">
                <a:effectLst/>
                <a:hlinkClick r:id="rId6"/>
              </a:rPr>
              <a:t>https://doi.org/10.18653/v1/2020.emnlp-main.519</a:t>
            </a:r>
            <a:endParaRPr lang="en-US" dirty="0">
              <a:effectLst/>
            </a:endParaRPr>
          </a:p>
          <a:p>
            <a:r>
              <a:rPr lang="en-US" dirty="0">
                <a:effectLst/>
              </a:rPr>
              <a:t>Yousef, T., Palladino, C., Shamsian, F., </a:t>
            </a:r>
            <a:r>
              <a:rPr lang="en-US" dirty="0" err="1">
                <a:effectLst/>
              </a:rPr>
              <a:t>d’Orange</a:t>
            </a:r>
            <a:r>
              <a:rPr lang="en-US" dirty="0">
                <a:effectLst/>
              </a:rPr>
              <a:t> Ferreira, A., &amp; Ferreira dos Reis, M. (2022). An automatic model and Gold Standard for translation alignment of Ancient Greek. </a:t>
            </a:r>
            <a:r>
              <a:rPr lang="en-US" i="1" dirty="0">
                <a:effectLst/>
              </a:rPr>
              <a:t>Proceedings of the Thirteenth Language Resources and Evaluation Conference</a:t>
            </a:r>
            <a:r>
              <a:rPr lang="en-US" dirty="0">
                <a:effectLst/>
              </a:rPr>
              <a:t>, 5894–5905. </a:t>
            </a:r>
            <a:r>
              <a:rPr lang="en-US" dirty="0">
                <a:effectLst/>
                <a:hlinkClick r:id="rId7"/>
              </a:rPr>
              <a:t>https://aclanthology.org/2022.lrec-1.634</a:t>
            </a:r>
            <a:endParaRPr lang="en-US" dirty="0">
              <a:effectLst/>
            </a:endParaRPr>
          </a:p>
          <a:p>
            <a:endParaRPr lang="nl-BE" dirty="0"/>
          </a:p>
        </p:txBody>
      </p:sp>
      <p:sp>
        <p:nvSpPr>
          <p:cNvPr id="3" name="Date Placeholder 2">
            <a:extLst>
              <a:ext uri="{FF2B5EF4-FFF2-40B4-BE49-F238E27FC236}">
                <a16:creationId xmlns:a16="http://schemas.microsoft.com/office/drawing/2014/main" id="{91862C0C-5AD7-7DA9-EAB0-506925F945EF}"/>
              </a:ext>
            </a:extLst>
          </p:cNvPr>
          <p:cNvSpPr>
            <a:spLocks noGrp="1"/>
          </p:cNvSpPr>
          <p:nvPr>
            <p:ph type="dt" sz="half" idx="10"/>
          </p:nvPr>
        </p:nvSpPr>
        <p:spPr/>
        <p:txBody>
          <a:bodyPr/>
          <a:lstStyle/>
          <a:p>
            <a:r>
              <a:rPr lang="nl-BE"/>
              <a:t>04/06/2025</a:t>
            </a:r>
            <a:endParaRPr lang="nl-NL"/>
          </a:p>
        </p:txBody>
      </p:sp>
      <p:sp>
        <p:nvSpPr>
          <p:cNvPr id="4" name="Footer Placeholder 3">
            <a:extLst>
              <a:ext uri="{FF2B5EF4-FFF2-40B4-BE49-F238E27FC236}">
                <a16:creationId xmlns:a16="http://schemas.microsoft.com/office/drawing/2014/main" id="{B20753BD-AB3D-F0FB-1BC2-7FFF59E7806E}"/>
              </a:ext>
            </a:extLst>
          </p:cNvPr>
          <p:cNvSpPr>
            <a:spLocks noGrp="1"/>
          </p:cNvSpPr>
          <p:nvPr>
            <p:ph type="ftr" sz="quarter" idx="11"/>
          </p:nvPr>
        </p:nvSpPr>
        <p:spPr/>
        <p:txBody>
          <a:bodyPr/>
          <a:lstStyle/>
          <a:p>
            <a:r>
              <a:rPr lang="nl-NL"/>
              <a:t>NIKAW</a:t>
            </a:r>
          </a:p>
        </p:txBody>
      </p:sp>
      <p:sp>
        <p:nvSpPr>
          <p:cNvPr id="5" name="Slide Number Placeholder 4">
            <a:extLst>
              <a:ext uri="{FF2B5EF4-FFF2-40B4-BE49-F238E27FC236}">
                <a16:creationId xmlns:a16="http://schemas.microsoft.com/office/drawing/2014/main" id="{4F92E096-6F5B-578C-84E4-B52B73C03A4C}"/>
              </a:ext>
            </a:extLst>
          </p:cNvPr>
          <p:cNvSpPr>
            <a:spLocks noGrp="1"/>
          </p:cNvSpPr>
          <p:nvPr>
            <p:ph type="sldNum" sz="quarter" idx="12"/>
          </p:nvPr>
        </p:nvSpPr>
        <p:spPr/>
        <p:txBody>
          <a:bodyPr/>
          <a:lstStyle/>
          <a:p>
            <a:fld id="{0A297500-7527-634B-90F4-69D0994C32B4}" type="slidenum">
              <a:rPr lang="nl-NL" smtClean="0"/>
              <a:t>23</a:t>
            </a:fld>
            <a:endParaRPr lang="nl-NL"/>
          </a:p>
        </p:txBody>
      </p:sp>
      <p:sp>
        <p:nvSpPr>
          <p:cNvPr id="6" name="Title 5">
            <a:extLst>
              <a:ext uri="{FF2B5EF4-FFF2-40B4-BE49-F238E27FC236}">
                <a16:creationId xmlns:a16="http://schemas.microsoft.com/office/drawing/2014/main" id="{28381B89-6184-1982-07F5-078F057908EC}"/>
              </a:ext>
            </a:extLst>
          </p:cNvPr>
          <p:cNvSpPr>
            <a:spLocks noGrp="1"/>
          </p:cNvSpPr>
          <p:nvPr>
            <p:ph type="title"/>
          </p:nvPr>
        </p:nvSpPr>
        <p:spPr/>
        <p:txBody>
          <a:bodyPr/>
          <a:lstStyle/>
          <a:p>
            <a:r>
              <a:rPr lang="en-US" dirty="0"/>
              <a:t>References</a:t>
            </a:r>
            <a:endParaRPr lang="nl-BE" dirty="0"/>
          </a:p>
        </p:txBody>
      </p:sp>
    </p:spTree>
    <p:extLst>
      <p:ext uri="{BB962C8B-B14F-4D97-AF65-F5344CB8AC3E}">
        <p14:creationId xmlns:p14="http://schemas.microsoft.com/office/powerpoint/2010/main" val="278837469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el 5">
            <a:extLst>
              <a:ext uri="{FF2B5EF4-FFF2-40B4-BE49-F238E27FC236}">
                <a16:creationId xmlns:a16="http://schemas.microsoft.com/office/drawing/2014/main" id="{76F6D2F9-6378-624B-3261-72C5C42F376E}"/>
              </a:ext>
            </a:extLst>
          </p:cNvPr>
          <p:cNvSpPr>
            <a:spLocks noGrp="1"/>
          </p:cNvSpPr>
          <p:nvPr>
            <p:ph type="title"/>
          </p:nvPr>
        </p:nvSpPr>
        <p:spPr>
          <a:xfrm>
            <a:off x="2555631" y="1441938"/>
            <a:ext cx="7080738" cy="3974124"/>
          </a:xfrm>
        </p:spPr>
        <p:txBody>
          <a:bodyPr vert="horz" lIns="91440" tIns="45720" rIns="91440" bIns="45720" rtlCol="0" anchor="ctr">
            <a:normAutofit/>
          </a:bodyPr>
          <a:lstStyle/>
          <a:p>
            <a:pPr>
              <a:lnSpc>
                <a:spcPct val="90000"/>
              </a:lnSpc>
            </a:pPr>
            <a:r>
              <a:rPr lang="en-US" sz="5400" cap="small" dirty="0">
                <a:solidFill>
                  <a:schemeClr val="bg1">
                    <a:lumMod val="95000"/>
                    <a:lumOff val="5000"/>
                  </a:schemeClr>
                </a:solidFill>
                <a:latin typeface="+mj-lt"/>
              </a:rPr>
              <a:t>Thank you!</a:t>
            </a:r>
          </a:p>
        </p:txBody>
      </p:sp>
      <p:sp>
        <p:nvSpPr>
          <p:cNvPr id="5" name="Tijdelijke aanduiding voor datum 4">
            <a:extLst>
              <a:ext uri="{FF2B5EF4-FFF2-40B4-BE49-F238E27FC236}">
                <a16:creationId xmlns:a16="http://schemas.microsoft.com/office/drawing/2014/main" id="{25634D59-825E-CACB-FF1F-734163C866E1}"/>
              </a:ext>
            </a:extLst>
          </p:cNvPr>
          <p:cNvSpPr>
            <a:spLocks noGrp="1"/>
          </p:cNvSpPr>
          <p:nvPr>
            <p:ph type="dt" sz="half" idx="10"/>
          </p:nvPr>
        </p:nvSpPr>
        <p:spPr/>
        <p:txBody>
          <a:bodyPr/>
          <a:lstStyle/>
          <a:p>
            <a:r>
              <a:rPr lang="nl-BE"/>
              <a:t>04/06/2025</a:t>
            </a:r>
            <a:endParaRPr lang="nl-NL" dirty="0"/>
          </a:p>
        </p:txBody>
      </p:sp>
      <p:sp>
        <p:nvSpPr>
          <p:cNvPr id="2" name="Tijdelijke aanduiding voor voettekst 1">
            <a:extLst>
              <a:ext uri="{FF2B5EF4-FFF2-40B4-BE49-F238E27FC236}">
                <a16:creationId xmlns:a16="http://schemas.microsoft.com/office/drawing/2014/main" id="{0121E396-74C0-9B24-3504-85F2DEDCFE63}"/>
              </a:ext>
            </a:extLst>
          </p:cNvPr>
          <p:cNvSpPr>
            <a:spLocks noGrp="1"/>
          </p:cNvSpPr>
          <p:nvPr>
            <p:ph type="ftr" sz="quarter" idx="11"/>
          </p:nvPr>
        </p:nvSpPr>
        <p:spPr/>
        <p:txBody>
          <a:bodyPr/>
          <a:lstStyle/>
          <a:p>
            <a:r>
              <a:rPr lang="nl-NL"/>
              <a:t>NIKAW</a:t>
            </a:r>
          </a:p>
        </p:txBody>
      </p:sp>
      <p:sp>
        <p:nvSpPr>
          <p:cNvPr id="3" name="Tijdelijke aanduiding voor dianummer 2">
            <a:extLst>
              <a:ext uri="{FF2B5EF4-FFF2-40B4-BE49-F238E27FC236}">
                <a16:creationId xmlns:a16="http://schemas.microsoft.com/office/drawing/2014/main" id="{071C11A2-AA1E-CC10-5CA9-419EC997AAD9}"/>
              </a:ext>
            </a:extLst>
          </p:cNvPr>
          <p:cNvSpPr>
            <a:spLocks noGrp="1"/>
          </p:cNvSpPr>
          <p:nvPr>
            <p:ph type="sldNum" sz="quarter" idx="12"/>
          </p:nvPr>
        </p:nvSpPr>
        <p:spPr/>
        <p:txBody>
          <a:bodyPr/>
          <a:lstStyle/>
          <a:p>
            <a:fld id="{0A297500-7527-634B-90F4-69D0994C32B4}" type="slidenum">
              <a:rPr lang="nl-NL" smtClean="0"/>
              <a:t>24</a:t>
            </a:fld>
            <a:endParaRPr lang="nl-NL"/>
          </a:p>
        </p:txBody>
      </p:sp>
    </p:spTree>
    <p:extLst>
      <p:ext uri="{BB962C8B-B14F-4D97-AF65-F5344CB8AC3E}">
        <p14:creationId xmlns:p14="http://schemas.microsoft.com/office/powerpoint/2010/main" val="2676827601"/>
      </p:ext>
    </p:extLst>
  </p:cSld>
  <p:clrMapOvr>
    <a:masterClrMapping/>
  </p:clrMapOvr>
</p:sld>
</file>

<file path=ppt/theme/theme1.xml><?xml version="1.0" encoding="utf-8"?>
<a:theme xmlns:a="http://schemas.openxmlformats.org/drawingml/2006/main" name="1_KU Leuven">
  <a:themeElements>
    <a:clrScheme name="Custom 14">
      <a:dk1>
        <a:srgbClr val="2F4D5D"/>
      </a:dk1>
      <a:lt1>
        <a:srgbClr val="FFFFFF"/>
      </a:lt1>
      <a:dk2>
        <a:srgbClr val="1D8DB0"/>
      </a:dk2>
      <a:lt2>
        <a:srgbClr val="DCE7F0"/>
      </a:lt2>
      <a:accent1>
        <a:srgbClr val="1D8DB0"/>
      </a:accent1>
      <a:accent2>
        <a:srgbClr val="2F4D5D"/>
      </a:accent2>
      <a:accent3>
        <a:srgbClr val="52BDEC"/>
      </a:accent3>
      <a:accent4>
        <a:srgbClr val="466E87"/>
      </a:accent4>
      <a:accent5>
        <a:srgbClr val="E7B037"/>
      </a:accent5>
      <a:accent6>
        <a:srgbClr val="D4D842"/>
      </a:accent6>
      <a:hlink>
        <a:srgbClr val="466E87"/>
      </a:hlink>
      <a:folHlink>
        <a:srgbClr val="1D8DB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KU Leuven">
  <a:themeElements>
    <a:clrScheme name="Custom 14">
      <a:dk1>
        <a:srgbClr val="2F4D5D"/>
      </a:dk1>
      <a:lt1>
        <a:srgbClr val="FFFFFF"/>
      </a:lt1>
      <a:dk2>
        <a:srgbClr val="1D8DB0"/>
      </a:dk2>
      <a:lt2>
        <a:srgbClr val="DCE7F0"/>
      </a:lt2>
      <a:accent1>
        <a:srgbClr val="1D8DB0"/>
      </a:accent1>
      <a:accent2>
        <a:srgbClr val="2F4D5D"/>
      </a:accent2>
      <a:accent3>
        <a:srgbClr val="52BDEC"/>
      </a:accent3>
      <a:accent4>
        <a:srgbClr val="466E87"/>
      </a:accent4>
      <a:accent5>
        <a:srgbClr val="E7B037"/>
      </a:accent5>
      <a:accent6>
        <a:srgbClr val="D4D842"/>
      </a:accent6>
      <a:hlink>
        <a:srgbClr val="466E87"/>
      </a:hlink>
      <a:folHlink>
        <a:srgbClr val="1D8DB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KU Leuven Sedes">
  <a:themeElements>
    <a:clrScheme name="Custom 14">
      <a:dk1>
        <a:srgbClr val="2F4D5D"/>
      </a:dk1>
      <a:lt1>
        <a:srgbClr val="FFFFFF"/>
      </a:lt1>
      <a:dk2>
        <a:srgbClr val="1D8DB0"/>
      </a:dk2>
      <a:lt2>
        <a:srgbClr val="DCE7F0"/>
      </a:lt2>
      <a:accent1>
        <a:srgbClr val="1D8DB0"/>
      </a:accent1>
      <a:accent2>
        <a:srgbClr val="2F4D5D"/>
      </a:accent2>
      <a:accent3>
        <a:srgbClr val="52BDEC"/>
      </a:accent3>
      <a:accent4>
        <a:srgbClr val="466E87"/>
      </a:accent4>
      <a:accent5>
        <a:srgbClr val="E7B037"/>
      </a:accent5>
      <a:accent6>
        <a:srgbClr val="D4D842"/>
      </a:accent6>
      <a:hlink>
        <a:srgbClr val="466E87"/>
      </a:hlink>
      <a:folHlink>
        <a:srgbClr val="1D8DB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to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KU Leuven" id="{BC384CAF-57B4-4083-BC3D-22218BF4A46A}" vid="{75672E21-F18C-4958-94B8-19E54344552B}"/>
    </a:ext>
  </a:extLst>
</a:theme>
</file>

<file path=ppt/theme/theme4.xml><?xml version="1.0" encoding="utf-8"?>
<a:theme xmlns:a="http://schemas.openxmlformats.org/drawingml/2006/main" name="Office-th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th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E7DBC48B637E4949A8725530EE31D53C" ma:contentTypeVersion="13" ma:contentTypeDescription="Een nieuw document maken." ma:contentTypeScope="" ma:versionID="65871c5f6743a070755ebd5cc23e5751">
  <xsd:schema xmlns:xsd="http://www.w3.org/2001/XMLSchema" xmlns:xs="http://www.w3.org/2001/XMLSchema" xmlns:p="http://schemas.microsoft.com/office/2006/metadata/properties" xmlns:ns2="de133082-cd9e-4c52-bd34-25717ff7a25c" xmlns:ns3="61789737-3ee0-4321-9e0d-8e07e34d2052" targetNamespace="http://schemas.microsoft.com/office/2006/metadata/properties" ma:root="true" ma:fieldsID="e3a5d545a1b86fd799637085f636ebb9" ns2:_="" ns3:_="">
    <xsd:import namespace="de133082-cd9e-4c52-bd34-25717ff7a25c"/>
    <xsd:import namespace="61789737-3ee0-4321-9e0d-8e07e34d2052"/>
    <xsd:element name="properties">
      <xsd:complexType>
        <xsd:sequence>
          <xsd:element name="documentManagement">
            <xsd:complexType>
              <xsd:all>
                <xsd:element ref="ns2:MediaServiceMetadata" minOccurs="0"/>
                <xsd:element ref="ns2:MediaServiceFastMetadata"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ObjectDetectorVersions" minOccurs="0"/>
                <xsd:element ref="ns3:SharedWithUsers" minOccurs="0"/>
                <xsd:element ref="ns3:SharedWithDetails" minOccurs="0"/>
                <xsd:element ref="ns2:MediaServiceSearchPropertie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e133082-cd9e-4c52-bd34-25717ff7a25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lcf76f155ced4ddcb4097134ff3c332f" ma:index="11" nillable="true" ma:taxonomy="true" ma:internalName="lcf76f155ced4ddcb4097134ff3c332f" ma:taxonomyFieldName="MediaServiceImageTags" ma:displayName="Afbeeldingtags" ma:readOnly="false" ma:fieldId="{5cf76f15-5ced-4ddc-b409-7134ff3c332f}" ma:taxonomyMulti="true" ma:sspId="8b6fc0cd-01fe-45a4-a6f7-42bcc5426b53" ma:termSetId="09814cd3-568e-fe90-9814-8d621ff8fb84" ma:anchorId="fba54fb3-c3e1-fe81-a776-ca4b69148c4d" ma:open="true" ma:isKeyword="false">
      <xsd:complexType>
        <xsd:sequence>
          <xsd:element ref="pc:Terms" minOccurs="0" maxOccurs="1"/>
        </xsd:sequence>
      </xsd:complex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ObjectDetectorVersions" ma:index="16" nillable="true" ma:displayName="MediaServiceObjectDetectorVersions" ma:hidden="true" ma:indexed="true" ma:internalName="MediaServiceObjectDetectorVersions" ma:readOnly="true">
      <xsd:simpleType>
        <xsd:restriction base="dms:Text"/>
      </xsd:simpleType>
    </xsd:element>
    <xsd:element name="MediaServiceSearchProperties" ma:index="19" nillable="true" ma:displayName="MediaServiceSearchProperties" ma:hidden="true" ma:internalName="MediaServiceSearchProperties" ma:readOnly="true">
      <xsd:simpleType>
        <xsd:restriction base="dms:Note"/>
      </xsd:simpleType>
    </xsd:element>
    <xsd:element name="MediaServiceDateTaken" ma:index="20" nillable="true" ma:displayName="MediaServiceDateTaken" ma:hidden="true" ma:indexed="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61789737-3ee0-4321-9e0d-8e07e34d2052" elementFormDefault="qualified">
    <xsd:import namespace="http://schemas.microsoft.com/office/2006/documentManagement/types"/>
    <xsd:import namespace="http://schemas.microsoft.com/office/infopath/2007/PartnerControls"/>
    <xsd:element name="TaxCatchAll" ma:index="12" nillable="true" ma:displayName="Taxonomy Catch All Column" ma:hidden="true" ma:list="{d4ff3c38-c15d-4ddf-b19c-978cdfc08f08}" ma:internalName="TaxCatchAll" ma:showField="CatchAllData" ma:web="61789737-3ee0-4321-9e0d-8e07e34d2052">
      <xsd:complexType>
        <xsd:complexContent>
          <xsd:extension base="dms:MultiChoiceLookup">
            <xsd:sequence>
              <xsd:element name="Value" type="dms:Lookup" maxOccurs="unbounded" minOccurs="0" nillable="true"/>
            </xsd:sequence>
          </xsd:extension>
        </xsd:complexContent>
      </xsd:complexType>
    </xsd:element>
    <xsd:element name="SharedWithUsers" ma:index="17" nillable="true" ma:displayName="Gedeeld met"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Gedeeld met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oudstype"/>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TaxCatchAll xmlns="61789737-3ee0-4321-9e0d-8e07e34d2052" xsi:nil="true"/>
    <lcf76f155ced4ddcb4097134ff3c332f xmlns="de133082-cd9e-4c52-bd34-25717ff7a25c">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77888667-0A68-4F82-BF97-92EAEA674EF4}">
  <ds:schemaRefs>
    <ds:schemaRef ds:uri="http://schemas.microsoft.com/sharepoint/v3/contenttype/forms"/>
  </ds:schemaRefs>
</ds:datastoreItem>
</file>

<file path=customXml/itemProps2.xml><?xml version="1.0" encoding="utf-8"?>
<ds:datastoreItem xmlns:ds="http://schemas.openxmlformats.org/officeDocument/2006/customXml" ds:itemID="{11958512-E9F2-4EC1-B8E1-3E61FD73424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e133082-cd9e-4c52-bd34-25717ff7a25c"/>
    <ds:schemaRef ds:uri="61789737-3ee0-4321-9e0d-8e07e34d205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9C5DFAE6-EE10-415B-9699-B6B5DE813E03}">
  <ds:schemaRefs>
    <ds:schemaRef ds:uri="http://schemas.microsoft.com/office/2006/documentManagement/types"/>
    <ds:schemaRef ds:uri="http://purl.org/dc/terms/"/>
    <ds:schemaRef ds:uri="http://purl.org/dc/dcmitype/"/>
    <ds:schemaRef ds:uri="http://schemas.microsoft.com/office/2006/metadata/properties"/>
    <ds:schemaRef ds:uri="http://purl.org/dc/elements/1.1/"/>
    <ds:schemaRef ds:uri="61789737-3ee0-4321-9e0d-8e07e34d2052"/>
    <ds:schemaRef ds:uri="http://schemas.microsoft.com/office/infopath/2007/PartnerControls"/>
    <ds:schemaRef ds:uri="http://schemas.openxmlformats.org/package/2006/metadata/core-properties"/>
    <ds:schemaRef ds:uri="de133082-cd9e-4c52-bd34-25717ff7a25c"/>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KU Leuven</Template>
  <TotalTime>0</TotalTime>
  <Words>2750</Words>
  <Application>Microsoft Office PowerPoint</Application>
  <PresentationFormat>Widescreen</PresentationFormat>
  <Paragraphs>498</Paragraphs>
  <Slides>24</Slides>
  <Notes>19</Notes>
  <HiddenSlides>0</HiddenSlides>
  <MMClips>0</MMClips>
  <ScaleCrop>false</ScaleCrop>
  <HeadingPairs>
    <vt:vector size="6" baseType="variant">
      <vt:variant>
        <vt:lpstr>Fonts Used</vt:lpstr>
      </vt:variant>
      <vt:variant>
        <vt:i4>6</vt:i4>
      </vt:variant>
      <vt:variant>
        <vt:lpstr>Theme</vt:lpstr>
      </vt:variant>
      <vt:variant>
        <vt:i4>3</vt:i4>
      </vt:variant>
      <vt:variant>
        <vt:lpstr>Slide Titles</vt:lpstr>
      </vt:variant>
      <vt:variant>
        <vt:i4>24</vt:i4>
      </vt:variant>
    </vt:vector>
  </HeadingPairs>
  <TitlesOfParts>
    <vt:vector size="33" baseType="lpstr">
      <vt:lpstr>Aptos</vt:lpstr>
      <vt:lpstr>Arial</vt:lpstr>
      <vt:lpstr>Calibri</vt:lpstr>
      <vt:lpstr>Courier New</vt:lpstr>
      <vt:lpstr>Helvetica Neue</vt:lpstr>
      <vt:lpstr>Wingdings</vt:lpstr>
      <vt:lpstr>1_KU Leuven</vt:lpstr>
      <vt:lpstr>KU Leuven</vt:lpstr>
      <vt:lpstr>KU Leuven Sedes</vt:lpstr>
      <vt:lpstr>Who’s who? Towards automatically disambiguating mentions of people in Ancient Greek texts by linking to a domain specific Knowledge Base</vt:lpstr>
      <vt:lpstr>NIKAW Networks of Ideas and Knowledge in the Ancient World</vt:lpstr>
      <vt:lpstr>Our goal</vt:lpstr>
      <vt:lpstr>Named Entity Linking</vt:lpstr>
      <vt:lpstr>Paulys Realencyclopädie der classischen Altertumswissenschaft</vt:lpstr>
      <vt:lpstr>Gold Data: Plato Case study</vt:lpstr>
      <vt:lpstr>Gold Data: Famous authors</vt:lpstr>
      <vt:lpstr>Silver Data Pipeline</vt:lpstr>
      <vt:lpstr>Silver Data Pipeline</vt:lpstr>
      <vt:lpstr>Silver Data counts</vt:lpstr>
      <vt:lpstr>Silver Data Evaluation</vt:lpstr>
      <vt:lpstr>Silver Data Evaluation</vt:lpstr>
      <vt:lpstr>The model: BLINK</vt:lpstr>
      <vt:lpstr>The model: BLINK</vt:lpstr>
      <vt:lpstr>Experiments</vt:lpstr>
      <vt:lpstr>Baseline</vt:lpstr>
      <vt:lpstr>results first run*</vt:lpstr>
      <vt:lpstr>results first run*</vt:lpstr>
      <vt:lpstr>Data improvements</vt:lpstr>
      <vt:lpstr>Quantitative overview data</vt:lpstr>
      <vt:lpstr>Results second run</vt:lpstr>
      <vt:lpstr>Conclusion + future work</vt:lpstr>
      <vt:lpstr>References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Marijke Beersmans</cp:lastModifiedBy>
  <cp:revision>35</cp:revision>
  <dcterms:created xsi:type="dcterms:W3CDTF">2022-11-30T14:47:09Z</dcterms:created>
  <dcterms:modified xsi:type="dcterms:W3CDTF">2025-06-03T15:25:12Z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0x010100E7DBC48B637E4949A8725530EE31D53C</vt:lpwstr>
  </property>
  <property fmtid="{D5CDD505-2E9C-101B-9397-08002B2CF9AE}" pid="3" name="MediaServiceImageTags">
    <vt:lpwstr/>
  </property>
</Properties>
</file>