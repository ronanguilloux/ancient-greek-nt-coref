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1"/>
    <p:sldMasterId id="2147483694" r:id="rId2"/>
  </p:sldMasterIdLst>
  <p:notesMasterIdLst>
    <p:notesMasterId r:id="rId14"/>
  </p:notesMasterIdLst>
  <p:handoutMasterIdLst>
    <p:handoutMasterId r:id="rId15"/>
  </p:handoutMasterIdLst>
  <p:sldIdLst>
    <p:sldId id="261" r:id="rId3"/>
    <p:sldId id="262" r:id="rId4"/>
    <p:sldId id="263" r:id="rId5"/>
    <p:sldId id="264" r:id="rId6"/>
    <p:sldId id="265" r:id="rId7"/>
    <p:sldId id="266" r:id="rId8"/>
    <p:sldId id="267" r:id="rId9"/>
    <p:sldId id="272" r:id="rId10"/>
    <p:sldId id="268" r:id="rId11"/>
    <p:sldId id="276" r:id="rId12"/>
    <p:sldId id="269" r:id="rId1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8DB0"/>
    <a:srgbClr val="005E77"/>
    <a:srgbClr val="CCDBE4"/>
    <a:srgbClr val="2F4D5D"/>
    <a:srgbClr val="DCE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0AFD67-47C8-49F6-B433-E1923CED35F1}" v="529" dt="2024-06-03T14:08:52.9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59" autoAdjust="0"/>
    <p:restoredTop sz="94652"/>
  </p:normalViewPr>
  <p:slideViewPr>
    <p:cSldViewPr snapToGrid="0" snapToObjects="1">
      <p:cViewPr varScale="1">
        <p:scale>
          <a:sx n="73" d="100"/>
          <a:sy n="73" d="100"/>
        </p:scale>
        <p:origin x="3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58" d="100"/>
          <a:sy n="158" d="100"/>
        </p:scale>
        <p:origin x="424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source.org/wiki/Paulys_Realencyclop%C3%A4die_der_classischen_Altertumswissenschaft/Register/pi" TargetMode="External"/><Relationship Id="rId2" Type="http://schemas.openxmlformats.org/officeDocument/2006/relationships/hyperlink" Target="https://de.wikisource.org/wiki/RE:Plinius_5" TargetMode="External"/><Relationship Id="rId1" Type="http://schemas.openxmlformats.org/officeDocument/2006/relationships/hyperlink" Target="https://de.wikisource.org/wiki/RE:Tullius_29" TargetMode="External"/><Relationship Id="rId5" Type="http://schemas.openxmlformats.org/officeDocument/2006/relationships/hyperlink" Target="https://de.wikisource.org/wiki/RE:Cassius_40" TargetMode="External"/><Relationship Id="rId4" Type="http://schemas.openxmlformats.org/officeDocument/2006/relationships/hyperlink" Target="https://de.wikisource.org/wiki/RE:Iulius_132" TargetMode="Externa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source.org/wiki/RE:Flavius_77" TargetMode="External"/><Relationship Id="rId2" Type="http://schemas.openxmlformats.org/officeDocument/2006/relationships/hyperlink" Target="https://de.wikisource.org/wiki/RE:Eratosthenes_4" TargetMode="External"/><Relationship Id="rId1" Type="http://schemas.openxmlformats.org/officeDocument/2006/relationships/hyperlink" Target="https://de.wikisource.org/wiki/RE:Flavius_206" TargetMode="External"/><Relationship Id="rId5" Type="http://schemas.openxmlformats.org/officeDocument/2006/relationships/hyperlink" Target="https://de.wikisource.org/wiki/RE:Iulius_132" TargetMode="External"/><Relationship Id="rId4" Type="http://schemas.openxmlformats.org/officeDocument/2006/relationships/hyperlink" Target="https://de.wikisource.org/wiki/RE:Claudius_256" TargetMode="Externa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source.org/wiki/Paulys_Realencyclop%C3%A4die_der_classischen_Altertumswissenschaft/Register/pi" TargetMode="External"/><Relationship Id="rId2" Type="http://schemas.openxmlformats.org/officeDocument/2006/relationships/hyperlink" Target="https://de.wikisource.org/wiki/RE:Plinius_5" TargetMode="External"/><Relationship Id="rId1" Type="http://schemas.openxmlformats.org/officeDocument/2006/relationships/hyperlink" Target="https://de.wikisource.org/wiki/RE:Tullius_29" TargetMode="External"/><Relationship Id="rId5" Type="http://schemas.openxmlformats.org/officeDocument/2006/relationships/hyperlink" Target="https://de.wikisource.org/wiki/RE:Cassius_40" TargetMode="External"/><Relationship Id="rId4" Type="http://schemas.openxmlformats.org/officeDocument/2006/relationships/hyperlink" Target="https://de.wikisource.org/wiki/RE:Iulius_132" TargetMode="External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source.org/wiki/RE:Flavius_77" TargetMode="External"/><Relationship Id="rId2" Type="http://schemas.openxmlformats.org/officeDocument/2006/relationships/hyperlink" Target="https://de.wikisource.org/wiki/RE:Eratosthenes_4" TargetMode="External"/><Relationship Id="rId1" Type="http://schemas.openxmlformats.org/officeDocument/2006/relationships/hyperlink" Target="https://de.wikisource.org/wiki/RE:Flavius_206" TargetMode="External"/><Relationship Id="rId5" Type="http://schemas.openxmlformats.org/officeDocument/2006/relationships/hyperlink" Target="https://de.wikisource.org/wiki/RE:Iulius_132" TargetMode="External"/><Relationship Id="rId4" Type="http://schemas.openxmlformats.org/officeDocument/2006/relationships/hyperlink" Target="https://de.wikisource.org/wiki/RE:Claudius_256" TargetMode="External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639A15-9559-4452-8020-8EE8B07E6B8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EDFAF0-8814-4F45-BEC2-AF8FD90896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Nodes: person entries </a:t>
          </a:r>
          <a:r>
            <a:rPr lang="en-US" i="1"/>
            <a:t>RE</a:t>
          </a:r>
          <a:endParaRPr lang="en-US"/>
        </a:p>
      </dgm:t>
    </dgm:pt>
    <dgm:pt modelId="{9F9FBE83-FA5C-4E11-A67F-2DA511EC5D6B}" type="parTrans" cxnId="{655C89BF-DCBB-498F-A448-9FCEF66060C6}">
      <dgm:prSet/>
      <dgm:spPr/>
      <dgm:t>
        <a:bodyPr/>
        <a:lstStyle/>
        <a:p>
          <a:endParaRPr lang="en-US"/>
        </a:p>
      </dgm:t>
    </dgm:pt>
    <dgm:pt modelId="{D27E01E4-F068-4885-958B-EDF582F5F075}" type="sibTrans" cxnId="{655C89BF-DCBB-498F-A448-9FCEF66060C6}">
      <dgm:prSet/>
      <dgm:spPr/>
      <dgm:t>
        <a:bodyPr/>
        <a:lstStyle/>
        <a:p>
          <a:endParaRPr lang="en-US"/>
        </a:p>
      </dgm:t>
    </dgm:pt>
    <dgm:pt modelId="{5F1AAFAD-EB5F-45C9-9299-67F0062410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Edges: </a:t>
          </a:r>
          <a:r>
            <a:rPr lang="en-US" dirty="0" err="1"/>
            <a:t>Wikisource</a:t>
          </a:r>
          <a:r>
            <a:rPr lang="en-US" dirty="0"/>
            <a:t> Interlinks</a:t>
          </a:r>
        </a:p>
      </dgm:t>
    </dgm:pt>
    <dgm:pt modelId="{B13254B5-639F-4228-9AB7-914BDD92E1E6}" type="parTrans" cxnId="{C4BAA11F-1E29-43AD-9D92-76C7D2206F07}">
      <dgm:prSet/>
      <dgm:spPr/>
      <dgm:t>
        <a:bodyPr/>
        <a:lstStyle/>
        <a:p>
          <a:endParaRPr lang="en-US"/>
        </a:p>
      </dgm:t>
    </dgm:pt>
    <dgm:pt modelId="{F6BF3973-EDFC-4AFC-AE23-90651DBA8D30}" type="sibTrans" cxnId="{C4BAA11F-1E29-43AD-9D92-76C7D2206F07}">
      <dgm:prSet/>
      <dgm:spPr/>
      <dgm:t>
        <a:bodyPr/>
        <a:lstStyle/>
        <a:p>
          <a:endParaRPr lang="en-US"/>
        </a:p>
      </dgm:t>
    </dgm:pt>
    <dgm:pt modelId="{FC5F3426-FF80-49C8-9EA4-7AB38006F6C0}" type="pres">
      <dgm:prSet presAssocID="{1D639A15-9559-4452-8020-8EE8B07E6B84}" presName="root" presStyleCnt="0">
        <dgm:presLayoutVars>
          <dgm:dir/>
          <dgm:resizeHandles val="exact"/>
        </dgm:presLayoutVars>
      </dgm:prSet>
      <dgm:spPr/>
    </dgm:pt>
    <dgm:pt modelId="{9E324E4D-FBEC-4EAA-8D36-AA0221FFB59F}" type="pres">
      <dgm:prSet presAssocID="{ACEDFAF0-8814-4F45-BEC2-AF8FD90896D2}" presName="compNode" presStyleCnt="0"/>
      <dgm:spPr/>
    </dgm:pt>
    <dgm:pt modelId="{83384780-057E-48B0-9BA6-F0DB4C616A13}" type="pres">
      <dgm:prSet presAssocID="{ACEDFAF0-8814-4F45-BEC2-AF8FD90896D2}" presName="bgRect" presStyleLbl="bgShp" presStyleIdx="0" presStyleCnt="2"/>
      <dgm:spPr>
        <a:solidFill>
          <a:srgbClr val="CCDBE4"/>
        </a:solidFill>
      </dgm:spPr>
    </dgm:pt>
    <dgm:pt modelId="{EB7BDBB9-62A2-4C11-92DA-EA6A065B75E0}" type="pres">
      <dgm:prSet presAssocID="{ACEDFAF0-8814-4F45-BEC2-AF8FD90896D2}" presName="iconRect" presStyleLbl="node1" presStyleIdx="0" presStyleCnt="2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pparaten"/>
        </a:ext>
      </dgm:extLst>
    </dgm:pt>
    <dgm:pt modelId="{102DAC8D-C6D5-4286-9F18-B374394D83C8}" type="pres">
      <dgm:prSet presAssocID="{ACEDFAF0-8814-4F45-BEC2-AF8FD90896D2}" presName="spaceRect" presStyleCnt="0"/>
      <dgm:spPr/>
    </dgm:pt>
    <dgm:pt modelId="{29A6C832-99C1-49EC-AD10-AFFE326D1E89}" type="pres">
      <dgm:prSet presAssocID="{ACEDFAF0-8814-4F45-BEC2-AF8FD90896D2}" presName="parTx" presStyleLbl="revTx" presStyleIdx="0" presStyleCnt="2">
        <dgm:presLayoutVars>
          <dgm:chMax val="0"/>
          <dgm:chPref val="0"/>
        </dgm:presLayoutVars>
      </dgm:prSet>
      <dgm:spPr/>
    </dgm:pt>
    <dgm:pt modelId="{058FCDEE-7325-45A7-98C5-46D7FB47F285}" type="pres">
      <dgm:prSet presAssocID="{D27E01E4-F068-4885-958B-EDF582F5F075}" presName="sibTrans" presStyleCnt="0"/>
      <dgm:spPr/>
    </dgm:pt>
    <dgm:pt modelId="{A60D895B-80A9-43E8-A701-9BE4569777C8}" type="pres">
      <dgm:prSet presAssocID="{5F1AAFAD-EB5F-45C9-9299-67F0062410B9}" presName="compNode" presStyleCnt="0"/>
      <dgm:spPr/>
    </dgm:pt>
    <dgm:pt modelId="{443D2E57-151F-4F47-9000-6E851D8173F4}" type="pres">
      <dgm:prSet presAssocID="{5F1AAFAD-EB5F-45C9-9299-67F0062410B9}" presName="bgRect" presStyleLbl="bgShp" presStyleIdx="1" presStyleCnt="2"/>
      <dgm:spPr/>
    </dgm:pt>
    <dgm:pt modelId="{C1325F11-4DAE-4133-AA73-EDD7B18ADC67}" type="pres">
      <dgm:prSet presAssocID="{5F1AAFAD-EB5F-45C9-9299-67F0062410B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oom"/>
        </a:ext>
      </dgm:extLst>
    </dgm:pt>
    <dgm:pt modelId="{9A3E220A-A666-4837-A933-D3F44CAB9B27}" type="pres">
      <dgm:prSet presAssocID="{5F1AAFAD-EB5F-45C9-9299-67F0062410B9}" presName="spaceRect" presStyleCnt="0"/>
      <dgm:spPr/>
    </dgm:pt>
    <dgm:pt modelId="{38D143A7-F7A4-40EE-A1C4-5F7BC7A5E01B}" type="pres">
      <dgm:prSet presAssocID="{5F1AAFAD-EB5F-45C9-9299-67F0062410B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4BAA11F-1E29-43AD-9D92-76C7D2206F07}" srcId="{1D639A15-9559-4452-8020-8EE8B07E6B84}" destId="{5F1AAFAD-EB5F-45C9-9299-67F0062410B9}" srcOrd="1" destOrd="0" parTransId="{B13254B5-639F-4228-9AB7-914BDD92E1E6}" sibTransId="{F6BF3973-EDFC-4AFC-AE23-90651DBA8D30}"/>
    <dgm:cxn modelId="{7C140D2C-0EDC-496F-84A1-8606421FC5DA}" type="presOf" srcId="{ACEDFAF0-8814-4F45-BEC2-AF8FD90896D2}" destId="{29A6C832-99C1-49EC-AD10-AFFE326D1E89}" srcOrd="0" destOrd="0" presId="urn:microsoft.com/office/officeart/2018/2/layout/IconVerticalSolidList"/>
    <dgm:cxn modelId="{2A701E5E-C2F7-4519-8B91-CE233D13A2E8}" type="presOf" srcId="{1D639A15-9559-4452-8020-8EE8B07E6B84}" destId="{FC5F3426-FF80-49C8-9EA4-7AB38006F6C0}" srcOrd="0" destOrd="0" presId="urn:microsoft.com/office/officeart/2018/2/layout/IconVerticalSolidList"/>
    <dgm:cxn modelId="{655C89BF-DCBB-498F-A448-9FCEF66060C6}" srcId="{1D639A15-9559-4452-8020-8EE8B07E6B84}" destId="{ACEDFAF0-8814-4F45-BEC2-AF8FD90896D2}" srcOrd="0" destOrd="0" parTransId="{9F9FBE83-FA5C-4E11-A67F-2DA511EC5D6B}" sibTransId="{D27E01E4-F068-4885-958B-EDF582F5F075}"/>
    <dgm:cxn modelId="{C973DFDF-E46B-4AAA-AACF-AD89E335BFFA}" type="presOf" srcId="{5F1AAFAD-EB5F-45C9-9299-67F0062410B9}" destId="{38D143A7-F7A4-40EE-A1C4-5F7BC7A5E01B}" srcOrd="0" destOrd="0" presId="urn:microsoft.com/office/officeart/2018/2/layout/IconVerticalSolidList"/>
    <dgm:cxn modelId="{6F51C858-4C9C-4AE7-8268-6DFC63D419FB}" type="presParOf" srcId="{FC5F3426-FF80-49C8-9EA4-7AB38006F6C0}" destId="{9E324E4D-FBEC-4EAA-8D36-AA0221FFB59F}" srcOrd="0" destOrd="0" presId="urn:microsoft.com/office/officeart/2018/2/layout/IconVerticalSolidList"/>
    <dgm:cxn modelId="{704136CE-B2B0-4117-BD90-E37020F47BBF}" type="presParOf" srcId="{9E324E4D-FBEC-4EAA-8D36-AA0221FFB59F}" destId="{83384780-057E-48B0-9BA6-F0DB4C616A13}" srcOrd="0" destOrd="0" presId="urn:microsoft.com/office/officeart/2018/2/layout/IconVerticalSolidList"/>
    <dgm:cxn modelId="{7035E524-D3E9-40E1-8617-8A4C04889DB0}" type="presParOf" srcId="{9E324E4D-FBEC-4EAA-8D36-AA0221FFB59F}" destId="{EB7BDBB9-62A2-4C11-92DA-EA6A065B75E0}" srcOrd="1" destOrd="0" presId="urn:microsoft.com/office/officeart/2018/2/layout/IconVerticalSolidList"/>
    <dgm:cxn modelId="{5AAF6A11-2533-400F-B66D-9C169A9F5E67}" type="presParOf" srcId="{9E324E4D-FBEC-4EAA-8D36-AA0221FFB59F}" destId="{102DAC8D-C6D5-4286-9F18-B374394D83C8}" srcOrd="2" destOrd="0" presId="urn:microsoft.com/office/officeart/2018/2/layout/IconVerticalSolidList"/>
    <dgm:cxn modelId="{1F5E207C-2838-4426-B43E-ABCBF29A55D8}" type="presParOf" srcId="{9E324E4D-FBEC-4EAA-8D36-AA0221FFB59F}" destId="{29A6C832-99C1-49EC-AD10-AFFE326D1E89}" srcOrd="3" destOrd="0" presId="urn:microsoft.com/office/officeart/2018/2/layout/IconVerticalSolidList"/>
    <dgm:cxn modelId="{D210A513-78CE-4BCC-8E93-EAC4AFBC5451}" type="presParOf" srcId="{FC5F3426-FF80-49C8-9EA4-7AB38006F6C0}" destId="{058FCDEE-7325-45A7-98C5-46D7FB47F285}" srcOrd="1" destOrd="0" presId="urn:microsoft.com/office/officeart/2018/2/layout/IconVerticalSolidList"/>
    <dgm:cxn modelId="{A5C4715A-A08F-4E43-A7BC-103290E28073}" type="presParOf" srcId="{FC5F3426-FF80-49C8-9EA4-7AB38006F6C0}" destId="{A60D895B-80A9-43E8-A701-9BE4569777C8}" srcOrd="2" destOrd="0" presId="urn:microsoft.com/office/officeart/2018/2/layout/IconVerticalSolidList"/>
    <dgm:cxn modelId="{CA53C8DA-32D6-4DB4-ADE6-55B60CEF4954}" type="presParOf" srcId="{A60D895B-80A9-43E8-A701-9BE4569777C8}" destId="{443D2E57-151F-4F47-9000-6E851D8173F4}" srcOrd="0" destOrd="0" presId="urn:microsoft.com/office/officeart/2018/2/layout/IconVerticalSolidList"/>
    <dgm:cxn modelId="{2DC3A296-074F-4C02-A610-8C4AE9408200}" type="presParOf" srcId="{A60D895B-80A9-43E8-A701-9BE4569777C8}" destId="{C1325F11-4DAE-4133-AA73-EDD7B18ADC67}" srcOrd="1" destOrd="0" presId="urn:microsoft.com/office/officeart/2018/2/layout/IconVerticalSolidList"/>
    <dgm:cxn modelId="{AFA95B3A-806F-4A7B-BAFD-633839D9F96D}" type="presParOf" srcId="{A60D895B-80A9-43E8-A701-9BE4569777C8}" destId="{9A3E220A-A666-4837-A933-D3F44CAB9B27}" srcOrd="2" destOrd="0" presId="urn:microsoft.com/office/officeart/2018/2/layout/IconVerticalSolidList"/>
    <dgm:cxn modelId="{9C0B2CF2-009D-4669-A94A-A0D0B2128F5A}" type="presParOf" srcId="{A60D895B-80A9-43E8-A701-9BE4569777C8}" destId="{38D143A7-F7A4-40EE-A1C4-5F7BC7A5E01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DB5616-7B85-4FEE-8BE3-A68A9C89CA0D}" type="doc">
      <dgm:prSet loTypeId="urn:microsoft.com/office/officeart/2005/8/layout/vList3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AB309B-CA7F-4EC8-A059-4982500D4AF5}">
      <dgm:prSet/>
      <dgm:spPr/>
      <dgm:t>
        <a:bodyPr/>
        <a:lstStyle/>
        <a:p>
          <a:r>
            <a:rPr lang="en-US" baseline="0" dirty="0"/>
            <a:t>Cicero </a:t>
          </a:r>
        </a:p>
        <a:p>
          <a:r>
            <a:rPr lang="en-US" baseline="0" dirty="0"/>
            <a:t>(</a:t>
          </a:r>
          <a:r>
            <a:rPr lang="en-US" u="sng" baseline="0" dirty="0"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Tullius 29</a:t>
          </a:r>
          <a:r>
            <a:rPr lang="en-US" baseline="0" dirty="0"/>
            <a:t>, d = 732)</a:t>
          </a:r>
          <a:endParaRPr lang="en-US" dirty="0"/>
        </a:p>
      </dgm:t>
    </dgm:pt>
    <dgm:pt modelId="{63FFD878-BB29-454E-A289-4A001E307827}" type="parTrans" cxnId="{7ED7B8A3-4A4A-4049-860E-BFF91109A0BB}">
      <dgm:prSet/>
      <dgm:spPr/>
      <dgm:t>
        <a:bodyPr/>
        <a:lstStyle/>
        <a:p>
          <a:endParaRPr lang="en-US"/>
        </a:p>
      </dgm:t>
    </dgm:pt>
    <dgm:pt modelId="{B5B4182D-D6D2-4029-B50E-16F8E8F8B4EA}" type="sibTrans" cxnId="{7ED7B8A3-4A4A-4049-860E-BFF91109A0BB}">
      <dgm:prSet/>
      <dgm:spPr/>
      <dgm:t>
        <a:bodyPr/>
        <a:lstStyle/>
        <a:p>
          <a:endParaRPr lang="en-US"/>
        </a:p>
      </dgm:t>
    </dgm:pt>
    <dgm:pt modelId="{BC01475A-5871-4AE1-8B30-D681F9D8A6E7}">
      <dgm:prSet/>
      <dgm:spPr/>
      <dgm:t>
        <a:bodyPr/>
        <a:lstStyle/>
        <a:p>
          <a:r>
            <a:rPr lang="en-US" baseline="0" dirty="0"/>
            <a:t>Pliny the Elder </a:t>
          </a:r>
        </a:p>
        <a:p>
          <a:r>
            <a:rPr lang="en-US" baseline="0" dirty="0"/>
            <a:t>(</a:t>
          </a:r>
          <a:r>
            <a:rPr lang="en-US" u="sng" baseline="0" dirty="0"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Plinius 5</a:t>
          </a:r>
          <a:r>
            <a:rPr lang="en-US" baseline="0" dirty="0"/>
            <a:t>, d = 500)</a:t>
          </a:r>
          <a:endParaRPr lang="en-US" dirty="0"/>
        </a:p>
      </dgm:t>
    </dgm:pt>
    <dgm:pt modelId="{9359A5DD-85D9-4127-8051-4F83950DAD15}" type="parTrans" cxnId="{3AA68734-817C-45DA-B6EF-473F6623A36C}">
      <dgm:prSet/>
      <dgm:spPr/>
      <dgm:t>
        <a:bodyPr/>
        <a:lstStyle/>
        <a:p>
          <a:endParaRPr lang="en-US"/>
        </a:p>
      </dgm:t>
    </dgm:pt>
    <dgm:pt modelId="{586E6593-2ED4-4D76-AF49-3CED7F992645}" type="sibTrans" cxnId="{3AA68734-817C-45DA-B6EF-473F6623A36C}">
      <dgm:prSet/>
      <dgm:spPr/>
      <dgm:t>
        <a:bodyPr/>
        <a:lstStyle/>
        <a:p>
          <a:endParaRPr lang="en-US"/>
        </a:p>
      </dgm:t>
    </dgm:pt>
    <dgm:pt modelId="{784411DF-FD13-40D1-99AF-2456089BA4F8}">
      <dgm:prSet/>
      <dgm:spPr/>
      <dgm:t>
        <a:bodyPr/>
        <a:lstStyle/>
        <a:p>
          <a:r>
            <a:rPr lang="en-US" baseline="0" dirty="0"/>
            <a:t>Plutarch </a:t>
          </a:r>
        </a:p>
        <a:p>
          <a:r>
            <a:rPr lang="en-US" baseline="0" dirty="0"/>
            <a:t>(</a:t>
          </a:r>
          <a:r>
            <a:rPr lang="en-US" u="sng" baseline="0" dirty="0" err="1">
              <a:hlinkClick xmlns:r="http://schemas.openxmlformats.org/officeDocument/2006/relationships"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Plutarchos</a:t>
          </a:r>
          <a:r>
            <a:rPr lang="en-US" u="sng" baseline="0" dirty="0">
              <a:hlinkClick xmlns:r="http://schemas.openxmlformats.org/officeDocument/2006/relationships"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2</a:t>
          </a:r>
          <a:r>
            <a:rPr lang="en-US" baseline="0" dirty="0"/>
            <a:t>, d = 474)</a:t>
          </a:r>
          <a:endParaRPr lang="en-US" dirty="0"/>
        </a:p>
      </dgm:t>
    </dgm:pt>
    <dgm:pt modelId="{12E08B6B-1BC9-43EA-B9DD-5D20F43DC330}" type="parTrans" cxnId="{807156D0-057C-458B-B070-54B5BBEBBBEC}">
      <dgm:prSet/>
      <dgm:spPr/>
      <dgm:t>
        <a:bodyPr/>
        <a:lstStyle/>
        <a:p>
          <a:endParaRPr lang="en-US"/>
        </a:p>
      </dgm:t>
    </dgm:pt>
    <dgm:pt modelId="{DF27C56C-9118-4375-8F81-C49B7AE46B33}" type="sibTrans" cxnId="{807156D0-057C-458B-B070-54B5BBEBBBEC}">
      <dgm:prSet/>
      <dgm:spPr/>
      <dgm:t>
        <a:bodyPr/>
        <a:lstStyle/>
        <a:p>
          <a:endParaRPr lang="en-US"/>
        </a:p>
      </dgm:t>
    </dgm:pt>
    <dgm:pt modelId="{A527D0D3-FE4D-4CD8-9915-AC6FBA65A64E}">
      <dgm:prSet/>
      <dgm:spPr/>
      <dgm:t>
        <a:bodyPr/>
        <a:lstStyle/>
        <a:p>
          <a:r>
            <a:rPr lang="en-US" baseline="0" dirty="0"/>
            <a:t>emperor Augustus </a:t>
          </a:r>
        </a:p>
        <a:p>
          <a:r>
            <a:rPr lang="en-US" baseline="0" dirty="0"/>
            <a:t>(</a:t>
          </a:r>
          <a:r>
            <a:rPr lang="en-US" u="sng" baseline="0" dirty="0" err="1"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Iulius</a:t>
          </a:r>
          <a:r>
            <a:rPr lang="en-US" u="sng" baseline="0" dirty="0"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132</a:t>
          </a:r>
          <a:r>
            <a:rPr lang="en-US" baseline="0" dirty="0"/>
            <a:t>, d = 450)</a:t>
          </a:r>
          <a:endParaRPr lang="en-US" dirty="0"/>
        </a:p>
      </dgm:t>
    </dgm:pt>
    <dgm:pt modelId="{76AA4B50-F3DA-4BBF-B050-45C33E0B0E7B}" type="parTrans" cxnId="{DE0C42EA-D786-402E-A5DB-3EE7F1395316}">
      <dgm:prSet/>
      <dgm:spPr/>
      <dgm:t>
        <a:bodyPr/>
        <a:lstStyle/>
        <a:p>
          <a:endParaRPr lang="en-US"/>
        </a:p>
      </dgm:t>
    </dgm:pt>
    <dgm:pt modelId="{EFD9F67A-98A8-4E41-BF97-BB48A71DBDB2}" type="sibTrans" cxnId="{DE0C42EA-D786-402E-A5DB-3EE7F1395316}">
      <dgm:prSet/>
      <dgm:spPr/>
      <dgm:t>
        <a:bodyPr/>
        <a:lstStyle/>
        <a:p>
          <a:endParaRPr lang="en-US"/>
        </a:p>
      </dgm:t>
    </dgm:pt>
    <dgm:pt modelId="{B6175EF0-F48F-42A7-928F-A9DFCD26A6CE}">
      <dgm:prSet/>
      <dgm:spPr/>
      <dgm:t>
        <a:bodyPr/>
        <a:lstStyle/>
        <a:p>
          <a:r>
            <a:rPr lang="en-US" baseline="0" dirty="0"/>
            <a:t>Cassius Dio </a:t>
          </a:r>
        </a:p>
        <a:p>
          <a:r>
            <a:rPr lang="en-US" baseline="0" dirty="0"/>
            <a:t>(</a:t>
          </a:r>
          <a:r>
            <a:rPr lang="en-US" u="sng" baseline="0" dirty="0">
              <a:hlinkClick xmlns:r="http://schemas.openxmlformats.org/officeDocument/2006/relationships"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Cassius 40</a:t>
          </a:r>
          <a:r>
            <a:rPr lang="en-US" baseline="0" dirty="0"/>
            <a:t>, d = 443)</a:t>
          </a:r>
          <a:endParaRPr lang="en-US" dirty="0"/>
        </a:p>
      </dgm:t>
    </dgm:pt>
    <dgm:pt modelId="{55E4FCF9-1537-4E53-8D67-D961B37EC52D}" type="parTrans" cxnId="{E8CE4D9C-C13D-4C3F-AC4B-F96E13B0B010}">
      <dgm:prSet/>
      <dgm:spPr/>
      <dgm:t>
        <a:bodyPr/>
        <a:lstStyle/>
        <a:p>
          <a:endParaRPr lang="en-US"/>
        </a:p>
      </dgm:t>
    </dgm:pt>
    <dgm:pt modelId="{CE5B16FD-0C4D-4CB0-9B97-D14ED6443E72}" type="sibTrans" cxnId="{E8CE4D9C-C13D-4C3F-AC4B-F96E13B0B010}">
      <dgm:prSet/>
      <dgm:spPr/>
      <dgm:t>
        <a:bodyPr/>
        <a:lstStyle/>
        <a:p>
          <a:endParaRPr lang="en-US"/>
        </a:p>
      </dgm:t>
    </dgm:pt>
    <dgm:pt modelId="{F6AAB43F-01E8-49CB-B4B9-44542F29F0EB}" type="pres">
      <dgm:prSet presAssocID="{C2DB5616-7B85-4FEE-8BE3-A68A9C89CA0D}" presName="linearFlow" presStyleCnt="0">
        <dgm:presLayoutVars>
          <dgm:dir/>
          <dgm:resizeHandles val="exact"/>
        </dgm:presLayoutVars>
      </dgm:prSet>
      <dgm:spPr/>
    </dgm:pt>
    <dgm:pt modelId="{4D246635-0838-4726-85F8-334BC17AF830}" type="pres">
      <dgm:prSet presAssocID="{7AAB309B-CA7F-4EC8-A059-4982500D4AF5}" presName="composite" presStyleCnt="0"/>
      <dgm:spPr/>
    </dgm:pt>
    <dgm:pt modelId="{649D126E-7EBE-4A5A-ACB3-D8CBD4DE529A}" type="pres">
      <dgm:prSet presAssocID="{7AAB309B-CA7F-4EC8-A059-4982500D4AF5}" presName="imgShp" presStyleLbl="fgImgPlace1" presStyleIdx="0" presStyleCnt="5" custLinFactNeighborX="-20156" custLinFactNeighborY="-2229"/>
      <dgm:spPr>
        <a:prstGeom prst="ellipse">
          <a:avLst/>
        </a:prstGeom>
      </dgm:spPr>
    </dgm:pt>
    <dgm:pt modelId="{458BEF97-DF75-4CF0-A179-8C1B50B1D1AA}" type="pres">
      <dgm:prSet presAssocID="{7AAB309B-CA7F-4EC8-A059-4982500D4AF5}" presName="txShp" presStyleLbl="node1" presStyleIdx="0" presStyleCnt="5">
        <dgm:presLayoutVars>
          <dgm:bulletEnabled val="1"/>
        </dgm:presLayoutVars>
      </dgm:prSet>
      <dgm:spPr/>
    </dgm:pt>
    <dgm:pt modelId="{0BE3A39C-EBBB-4A50-B365-37F132047D7D}" type="pres">
      <dgm:prSet presAssocID="{B5B4182D-D6D2-4029-B50E-16F8E8F8B4EA}" presName="spacing" presStyleCnt="0"/>
      <dgm:spPr/>
    </dgm:pt>
    <dgm:pt modelId="{6CCD572F-ED64-46E1-AE55-DB56B7FEEDAE}" type="pres">
      <dgm:prSet presAssocID="{BC01475A-5871-4AE1-8B30-D681F9D8A6E7}" presName="composite" presStyleCnt="0"/>
      <dgm:spPr/>
    </dgm:pt>
    <dgm:pt modelId="{A98B3B03-C59B-412F-8A06-C168F2102A96}" type="pres">
      <dgm:prSet presAssocID="{BC01475A-5871-4AE1-8B30-D681F9D8A6E7}" presName="imgShp" presStyleLbl="fgImgPlace1" presStyleIdx="1" presStyleCnt="5" custLinFactNeighborX="-20156" custLinFactNeighborY="-1045"/>
      <dgm:spPr/>
    </dgm:pt>
    <dgm:pt modelId="{70C9071A-4395-4AA7-8A0B-F51541BE708B}" type="pres">
      <dgm:prSet presAssocID="{BC01475A-5871-4AE1-8B30-D681F9D8A6E7}" presName="txShp" presStyleLbl="node1" presStyleIdx="1" presStyleCnt="5">
        <dgm:presLayoutVars>
          <dgm:bulletEnabled val="1"/>
        </dgm:presLayoutVars>
      </dgm:prSet>
      <dgm:spPr/>
    </dgm:pt>
    <dgm:pt modelId="{D7F3C61D-9EA1-4177-B161-69B9482FC998}" type="pres">
      <dgm:prSet presAssocID="{586E6593-2ED4-4D76-AF49-3CED7F992645}" presName="spacing" presStyleCnt="0"/>
      <dgm:spPr/>
    </dgm:pt>
    <dgm:pt modelId="{FA6C64EE-C23D-455C-804A-84E0F3A02186}" type="pres">
      <dgm:prSet presAssocID="{784411DF-FD13-40D1-99AF-2456089BA4F8}" presName="composite" presStyleCnt="0"/>
      <dgm:spPr/>
    </dgm:pt>
    <dgm:pt modelId="{93EFF808-418A-4AB5-BFE3-92234D0DE736}" type="pres">
      <dgm:prSet presAssocID="{784411DF-FD13-40D1-99AF-2456089BA4F8}" presName="imgShp" presStyleLbl="fgImgPlace1" presStyleIdx="2" presStyleCnt="5" custLinFactNeighborX="-20156" custLinFactNeighborY="-2001"/>
      <dgm:spPr/>
    </dgm:pt>
    <dgm:pt modelId="{D1B96F9D-9FEF-4526-B126-214F971818B7}" type="pres">
      <dgm:prSet presAssocID="{784411DF-FD13-40D1-99AF-2456089BA4F8}" presName="txShp" presStyleLbl="node1" presStyleIdx="2" presStyleCnt="5">
        <dgm:presLayoutVars>
          <dgm:bulletEnabled val="1"/>
        </dgm:presLayoutVars>
      </dgm:prSet>
      <dgm:spPr/>
    </dgm:pt>
    <dgm:pt modelId="{D9D85B5B-B114-44B6-9591-8FA0F40C78C4}" type="pres">
      <dgm:prSet presAssocID="{DF27C56C-9118-4375-8F81-C49B7AE46B33}" presName="spacing" presStyleCnt="0"/>
      <dgm:spPr/>
    </dgm:pt>
    <dgm:pt modelId="{7D75AF05-D863-403A-BDB7-ECE8B5DF07E2}" type="pres">
      <dgm:prSet presAssocID="{A527D0D3-FE4D-4CD8-9915-AC6FBA65A64E}" presName="composite" presStyleCnt="0"/>
      <dgm:spPr/>
    </dgm:pt>
    <dgm:pt modelId="{5AD30228-0E26-4C2D-92B5-C442F4E5A9F8}" type="pres">
      <dgm:prSet presAssocID="{A527D0D3-FE4D-4CD8-9915-AC6FBA65A64E}" presName="imgShp" presStyleLbl="fgImgPlace1" presStyleIdx="3" presStyleCnt="5" custLinFactNeighborX="-20156" custLinFactNeighborY="1420"/>
      <dgm:spPr/>
    </dgm:pt>
    <dgm:pt modelId="{3C226BF1-20E9-4CFC-8161-3F609D35143C}" type="pres">
      <dgm:prSet presAssocID="{A527D0D3-FE4D-4CD8-9915-AC6FBA65A64E}" presName="txShp" presStyleLbl="node1" presStyleIdx="3" presStyleCnt="5">
        <dgm:presLayoutVars>
          <dgm:bulletEnabled val="1"/>
        </dgm:presLayoutVars>
      </dgm:prSet>
      <dgm:spPr/>
    </dgm:pt>
    <dgm:pt modelId="{6743E963-4521-42FF-8258-840BA221E11F}" type="pres">
      <dgm:prSet presAssocID="{EFD9F67A-98A8-4E41-BF97-BB48A71DBDB2}" presName="spacing" presStyleCnt="0"/>
      <dgm:spPr/>
    </dgm:pt>
    <dgm:pt modelId="{C2543888-4147-41B4-B05D-560CC248455C}" type="pres">
      <dgm:prSet presAssocID="{B6175EF0-F48F-42A7-928F-A9DFCD26A6CE}" presName="composite" presStyleCnt="0"/>
      <dgm:spPr/>
    </dgm:pt>
    <dgm:pt modelId="{7DFFC980-00BC-450D-A80B-8DB1ED112AAC}" type="pres">
      <dgm:prSet presAssocID="{B6175EF0-F48F-42A7-928F-A9DFCD26A6CE}" presName="imgShp" presStyleLbl="fgImgPlace1" presStyleIdx="4" presStyleCnt="5" custLinFactNeighborX="-20156" custLinFactNeighborY="-1773"/>
      <dgm:spPr/>
    </dgm:pt>
    <dgm:pt modelId="{AA9B3BB5-A9E2-4202-BAC7-743ACFCE2DE4}" type="pres">
      <dgm:prSet presAssocID="{B6175EF0-F48F-42A7-928F-A9DFCD26A6CE}" presName="txShp" presStyleLbl="node1" presStyleIdx="4" presStyleCnt="5">
        <dgm:presLayoutVars>
          <dgm:bulletEnabled val="1"/>
        </dgm:presLayoutVars>
      </dgm:prSet>
      <dgm:spPr/>
    </dgm:pt>
  </dgm:ptLst>
  <dgm:cxnLst>
    <dgm:cxn modelId="{3AA68734-817C-45DA-B6EF-473F6623A36C}" srcId="{C2DB5616-7B85-4FEE-8BE3-A68A9C89CA0D}" destId="{BC01475A-5871-4AE1-8B30-D681F9D8A6E7}" srcOrd="1" destOrd="0" parTransId="{9359A5DD-85D9-4127-8051-4F83950DAD15}" sibTransId="{586E6593-2ED4-4D76-AF49-3CED7F992645}"/>
    <dgm:cxn modelId="{1AEA2B3F-D0BD-4CFA-8031-98D780A9DAA8}" type="presOf" srcId="{BC01475A-5871-4AE1-8B30-D681F9D8A6E7}" destId="{70C9071A-4395-4AA7-8A0B-F51541BE708B}" srcOrd="0" destOrd="0" presId="urn:microsoft.com/office/officeart/2005/8/layout/vList3"/>
    <dgm:cxn modelId="{07454E48-2A9D-45E2-8F54-C3AFEA81C39E}" type="presOf" srcId="{784411DF-FD13-40D1-99AF-2456089BA4F8}" destId="{D1B96F9D-9FEF-4526-B126-214F971818B7}" srcOrd="0" destOrd="0" presId="urn:microsoft.com/office/officeart/2005/8/layout/vList3"/>
    <dgm:cxn modelId="{77F2D076-BB5E-49B5-8270-2D06A25653F1}" type="presOf" srcId="{B6175EF0-F48F-42A7-928F-A9DFCD26A6CE}" destId="{AA9B3BB5-A9E2-4202-BAC7-743ACFCE2DE4}" srcOrd="0" destOrd="0" presId="urn:microsoft.com/office/officeart/2005/8/layout/vList3"/>
    <dgm:cxn modelId="{E8CE4D9C-C13D-4C3F-AC4B-F96E13B0B010}" srcId="{C2DB5616-7B85-4FEE-8BE3-A68A9C89CA0D}" destId="{B6175EF0-F48F-42A7-928F-A9DFCD26A6CE}" srcOrd="4" destOrd="0" parTransId="{55E4FCF9-1537-4E53-8D67-D961B37EC52D}" sibTransId="{CE5B16FD-0C4D-4CB0-9B97-D14ED6443E72}"/>
    <dgm:cxn modelId="{7ED7B8A3-4A4A-4049-860E-BFF91109A0BB}" srcId="{C2DB5616-7B85-4FEE-8BE3-A68A9C89CA0D}" destId="{7AAB309B-CA7F-4EC8-A059-4982500D4AF5}" srcOrd="0" destOrd="0" parTransId="{63FFD878-BB29-454E-A289-4A001E307827}" sibTransId="{B5B4182D-D6D2-4029-B50E-16F8E8F8B4EA}"/>
    <dgm:cxn modelId="{F681C4A7-1F76-410A-9D62-04A22BE39D8E}" type="presOf" srcId="{A527D0D3-FE4D-4CD8-9915-AC6FBA65A64E}" destId="{3C226BF1-20E9-4CFC-8161-3F609D35143C}" srcOrd="0" destOrd="0" presId="urn:microsoft.com/office/officeart/2005/8/layout/vList3"/>
    <dgm:cxn modelId="{872AE4BD-DC61-4A4A-9B56-BC08CF9EFAD1}" type="presOf" srcId="{C2DB5616-7B85-4FEE-8BE3-A68A9C89CA0D}" destId="{F6AAB43F-01E8-49CB-B4B9-44542F29F0EB}" srcOrd="0" destOrd="0" presId="urn:microsoft.com/office/officeart/2005/8/layout/vList3"/>
    <dgm:cxn modelId="{807156D0-057C-458B-B070-54B5BBEBBBEC}" srcId="{C2DB5616-7B85-4FEE-8BE3-A68A9C89CA0D}" destId="{784411DF-FD13-40D1-99AF-2456089BA4F8}" srcOrd="2" destOrd="0" parTransId="{12E08B6B-1BC9-43EA-B9DD-5D20F43DC330}" sibTransId="{DF27C56C-9118-4375-8F81-C49B7AE46B33}"/>
    <dgm:cxn modelId="{DE0C42EA-D786-402E-A5DB-3EE7F1395316}" srcId="{C2DB5616-7B85-4FEE-8BE3-A68A9C89CA0D}" destId="{A527D0D3-FE4D-4CD8-9915-AC6FBA65A64E}" srcOrd="3" destOrd="0" parTransId="{76AA4B50-F3DA-4BBF-B050-45C33E0B0E7B}" sibTransId="{EFD9F67A-98A8-4E41-BF97-BB48A71DBDB2}"/>
    <dgm:cxn modelId="{05A073FA-CB86-47D3-A025-45DCF7676EB6}" type="presOf" srcId="{7AAB309B-CA7F-4EC8-A059-4982500D4AF5}" destId="{458BEF97-DF75-4CF0-A179-8C1B50B1D1AA}" srcOrd="0" destOrd="0" presId="urn:microsoft.com/office/officeart/2005/8/layout/vList3"/>
    <dgm:cxn modelId="{D5784F32-518B-410E-BE06-2A039E370DED}" type="presParOf" srcId="{F6AAB43F-01E8-49CB-B4B9-44542F29F0EB}" destId="{4D246635-0838-4726-85F8-334BC17AF830}" srcOrd="0" destOrd="0" presId="urn:microsoft.com/office/officeart/2005/8/layout/vList3"/>
    <dgm:cxn modelId="{D50722C0-B2EF-4C20-B6ED-BC4B85A2C0FF}" type="presParOf" srcId="{4D246635-0838-4726-85F8-334BC17AF830}" destId="{649D126E-7EBE-4A5A-ACB3-D8CBD4DE529A}" srcOrd="0" destOrd="0" presId="urn:microsoft.com/office/officeart/2005/8/layout/vList3"/>
    <dgm:cxn modelId="{89BEA03F-D57B-4A48-A302-1D55A6CAE23C}" type="presParOf" srcId="{4D246635-0838-4726-85F8-334BC17AF830}" destId="{458BEF97-DF75-4CF0-A179-8C1B50B1D1AA}" srcOrd="1" destOrd="0" presId="urn:microsoft.com/office/officeart/2005/8/layout/vList3"/>
    <dgm:cxn modelId="{CED57633-4880-48EB-A52C-9E952596D4FD}" type="presParOf" srcId="{F6AAB43F-01E8-49CB-B4B9-44542F29F0EB}" destId="{0BE3A39C-EBBB-4A50-B365-37F132047D7D}" srcOrd="1" destOrd="0" presId="urn:microsoft.com/office/officeart/2005/8/layout/vList3"/>
    <dgm:cxn modelId="{8FD0C88A-8C7A-4DB2-A39A-94396D1F152B}" type="presParOf" srcId="{F6AAB43F-01E8-49CB-B4B9-44542F29F0EB}" destId="{6CCD572F-ED64-46E1-AE55-DB56B7FEEDAE}" srcOrd="2" destOrd="0" presId="urn:microsoft.com/office/officeart/2005/8/layout/vList3"/>
    <dgm:cxn modelId="{DFE8136C-8D26-4EBA-B1BF-DBD36CE6A150}" type="presParOf" srcId="{6CCD572F-ED64-46E1-AE55-DB56B7FEEDAE}" destId="{A98B3B03-C59B-412F-8A06-C168F2102A96}" srcOrd="0" destOrd="0" presId="urn:microsoft.com/office/officeart/2005/8/layout/vList3"/>
    <dgm:cxn modelId="{8AEBA005-D866-4D14-8818-F501E6CE514A}" type="presParOf" srcId="{6CCD572F-ED64-46E1-AE55-DB56B7FEEDAE}" destId="{70C9071A-4395-4AA7-8A0B-F51541BE708B}" srcOrd="1" destOrd="0" presId="urn:microsoft.com/office/officeart/2005/8/layout/vList3"/>
    <dgm:cxn modelId="{9696A557-17E1-4E4A-97F5-3A9AFAE0BD49}" type="presParOf" srcId="{F6AAB43F-01E8-49CB-B4B9-44542F29F0EB}" destId="{D7F3C61D-9EA1-4177-B161-69B9482FC998}" srcOrd="3" destOrd="0" presId="urn:microsoft.com/office/officeart/2005/8/layout/vList3"/>
    <dgm:cxn modelId="{BBBBA293-5C2A-409F-8CA3-02781D13B95E}" type="presParOf" srcId="{F6AAB43F-01E8-49CB-B4B9-44542F29F0EB}" destId="{FA6C64EE-C23D-455C-804A-84E0F3A02186}" srcOrd="4" destOrd="0" presId="urn:microsoft.com/office/officeart/2005/8/layout/vList3"/>
    <dgm:cxn modelId="{A2EC96AC-4CDB-47A2-B0D1-657E706998D2}" type="presParOf" srcId="{FA6C64EE-C23D-455C-804A-84E0F3A02186}" destId="{93EFF808-418A-4AB5-BFE3-92234D0DE736}" srcOrd="0" destOrd="0" presId="urn:microsoft.com/office/officeart/2005/8/layout/vList3"/>
    <dgm:cxn modelId="{B8FD4A2C-8385-4C6A-9316-3398DAE8525F}" type="presParOf" srcId="{FA6C64EE-C23D-455C-804A-84E0F3A02186}" destId="{D1B96F9D-9FEF-4526-B126-214F971818B7}" srcOrd="1" destOrd="0" presId="urn:microsoft.com/office/officeart/2005/8/layout/vList3"/>
    <dgm:cxn modelId="{8417FB55-F350-432C-8CC7-11484EADE0CC}" type="presParOf" srcId="{F6AAB43F-01E8-49CB-B4B9-44542F29F0EB}" destId="{D9D85B5B-B114-44B6-9591-8FA0F40C78C4}" srcOrd="5" destOrd="0" presId="urn:microsoft.com/office/officeart/2005/8/layout/vList3"/>
    <dgm:cxn modelId="{CE195866-B05C-405B-8611-ED2ACFEB749A}" type="presParOf" srcId="{F6AAB43F-01E8-49CB-B4B9-44542F29F0EB}" destId="{7D75AF05-D863-403A-BDB7-ECE8B5DF07E2}" srcOrd="6" destOrd="0" presId="urn:microsoft.com/office/officeart/2005/8/layout/vList3"/>
    <dgm:cxn modelId="{64699716-9A46-41C7-AAD1-35D1C65FBA7F}" type="presParOf" srcId="{7D75AF05-D863-403A-BDB7-ECE8B5DF07E2}" destId="{5AD30228-0E26-4C2D-92B5-C442F4E5A9F8}" srcOrd="0" destOrd="0" presId="urn:microsoft.com/office/officeart/2005/8/layout/vList3"/>
    <dgm:cxn modelId="{13553166-0581-4D5D-960B-2DDE5A367C5D}" type="presParOf" srcId="{7D75AF05-D863-403A-BDB7-ECE8B5DF07E2}" destId="{3C226BF1-20E9-4CFC-8161-3F609D35143C}" srcOrd="1" destOrd="0" presId="urn:microsoft.com/office/officeart/2005/8/layout/vList3"/>
    <dgm:cxn modelId="{9408541D-715E-499F-A8DE-D8FD633A45EF}" type="presParOf" srcId="{F6AAB43F-01E8-49CB-B4B9-44542F29F0EB}" destId="{6743E963-4521-42FF-8258-840BA221E11F}" srcOrd="7" destOrd="0" presId="urn:microsoft.com/office/officeart/2005/8/layout/vList3"/>
    <dgm:cxn modelId="{AF104D10-B26C-4D2D-BCD1-633746651F4C}" type="presParOf" srcId="{F6AAB43F-01E8-49CB-B4B9-44542F29F0EB}" destId="{C2543888-4147-41B4-B05D-560CC248455C}" srcOrd="8" destOrd="0" presId="urn:microsoft.com/office/officeart/2005/8/layout/vList3"/>
    <dgm:cxn modelId="{6ED1914A-C98F-4BF9-A273-AE6A4594B422}" type="presParOf" srcId="{C2543888-4147-41B4-B05D-560CC248455C}" destId="{7DFFC980-00BC-450D-A80B-8DB1ED112AAC}" srcOrd="0" destOrd="0" presId="urn:microsoft.com/office/officeart/2005/8/layout/vList3"/>
    <dgm:cxn modelId="{3CF0E663-9271-4B39-AF1D-283DAB61866C}" type="presParOf" srcId="{C2543888-4147-41B4-B05D-560CC248455C}" destId="{AA9B3BB5-A9E2-4202-BAC7-743ACFCE2DE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2DB5616-7B85-4FEE-8BE3-A68A9C89CA0D}" type="doc">
      <dgm:prSet loTypeId="urn:microsoft.com/office/officeart/2005/8/layout/vList3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AB309B-CA7F-4EC8-A059-4982500D4AF5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emperor Vespasian </a:t>
          </a:r>
        </a:p>
        <a:p>
          <a:r>
            <a:rPr lang="en-US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(</a:t>
          </a:r>
          <a:r>
            <a:rPr lang="en-US" u="sng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Flavius 206</a:t>
          </a:r>
          <a:r>
            <a:rPr lang="en-US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, </a:t>
          </a:r>
          <a:r>
            <a:rPr lang="nl-NL" dirty="0" err="1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rPr>
            <a:t>d</a:t>
          </a:r>
          <a:r>
            <a:rPr lang="nl-NL" baseline="-25000" dirty="0" err="1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rPr>
            <a:t>out</a:t>
          </a:r>
          <a:r>
            <a:rPr lang="en-US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 = 108)</a:t>
          </a:r>
          <a:endParaRPr lang="en-US" dirty="0">
            <a:solidFill>
              <a:schemeClr val="bg1"/>
            </a:solidFill>
          </a:endParaRPr>
        </a:p>
      </dgm:t>
    </dgm:pt>
    <dgm:pt modelId="{63FFD878-BB29-454E-A289-4A001E307827}" type="parTrans" cxnId="{7ED7B8A3-4A4A-4049-860E-BFF91109A0BB}">
      <dgm:prSet/>
      <dgm:spPr/>
      <dgm:t>
        <a:bodyPr/>
        <a:lstStyle/>
        <a:p>
          <a:endParaRPr lang="en-US"/>
        </a:p>
      </dgm:t>
    </dgm:pt>
    <dgm:pt modelId="{B5B4182D-D6D2-4029-B50E-16F8E8F8B4EA}" type="sibTrans" cxnId="{7ED7B8A3-4A4A-4049-860E-BFF91109A0BB}">
      <dgm:prSet/>
      <dgm:spPr/>
      <dgm:t>
        <a:bodyPr/>
        <a:lstStyle/>
        <a:p>
          <a:endParaRPr lang="en-US"/>
        </a:p>
      </dgm:t>
    </dgm:pt>
    <dgm:pt modelId="{10F0F12B-3524-46BC-BF59-116C0D5ABA7D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Eratosthenes </a:t>
          </a:r>
        </a:p>
        <a:p>
          <a:r>
            <a:rPr lang="en-US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(</a:t>
          </a:r>
          <a:r>
            <a:rPr lang="en-US" u="sng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Eratosthenes 4</a:t>
          </a:r>
          <a:r>
            <a:rPr lang="en-US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, </a:t>
          </a:r>
          <a:r>
            <a:rPr lang="nl-NL" dirty="0" err="1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rPr>
            <a:t>d</a:t>
          </a:r>
          <a:r>
            <a:rPr lang="nl-NL" baseline="-25000" dirty="0" err="1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rPr>
            <a:t>out</a:t>
          </a:r>
          <a:r>
            <a:rPr lang="en-US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 = 107)</a:t>
          </a:r>
        </a:p>
      </dgm:t>
    </dgm:pt>
    <dgm:pt modelId="{CE744F51-CBD2-4427-B945-EC206D9DC0C3}" type="parTrans" cxnId="{533A59DE-E93B-4A04-A529-1D1E8E31461C}">
      <dgm:prSet/>
      <dgm:spPr/>
      <dgm:t>
        <a:bodyPr/>
        <a:lstStyle/>
        <a:p>
          <a:endParaRPr lang="en-US"/>
        </a:p>
      </dgm:t>
    </dgm:pt>
    <dgm:pt modelId="{558D16E5-1F27-4EC4-956D-5CEDE72F019C}" type="sibTrans" cxnId="{533A59DE-E93B-4A04-A529-1D1E8E31461C}">
      <dgm:prSet/>
      <dgm:spPr/>
      <dgm:t>
        <a:bodyPr/>
        <a:lstStyle/>
        <a:p>
          <a:endParaRPr lang="en-US"/>
        </a:p>
      </dgm:t>
    </dgm:pt>
    <dgm:pt modelId="{7F092ACC-F8B2-43DB-AC54-D486E62B6170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+mj-lt"/>
              <a:ea typeface="Calibri" panose="020F0502020204030204" pitchFamily="34" charset="0"/>
            </a:rPr>
            <a:t>e</a:t>
          </a:r>
          <a:r>
            <a:rPr lang="en-US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mperor Domitian </a:t>
          </a:r>
        </a:p>
        <a:p>
          <a:r>
            <a:rPr lang="en-US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(</a:t>
          </a:r>
          <a:r>
            <a:rPr lang="en-US" u="sng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  <a:hlinkClick xmlns:r="http://schemas.openxmlformats.org/officeDocument/2006/relationships"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Flavius 77</a:t>
          </a:r>
          <a:r>
            <a:rPr lang="en-US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, </a:t>
          </a:r>
          <a:r>
            <a:rPr lang="nl-NL" dirty="0" err="1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rPr>
            <a:t>d</a:t>
          </a:r>
          <a:r>
            <a:rPr lang="nl-NL" baseline="-25000" dirty="0" err="1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rPr>
            <a:t>out</a:t>
          </a:r>
          <a:r>
            <a:rPr lang="en-US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 = 105)</a:t>
          </a:r>
        </a:p>
      </dgm:t>
    </dgm:pt>
    <dgm:pt modelId="{03865E61-4819-4DFB-B305-AA3FD0916025}" type="parTrans" cxnId="{6483A67D-3E86-49CA-9AD4-FBA9E846C2ED}">
      <dgm:prSet/>
      <dgm:spPr/>
      <dgm:t>
        <a:bodyPr/>
        <a:lstStyle/>
        <a:p>
          <a:endParaRPr lang="en-US"/>
        </a:p>
      </dgm:t>
    </dgm:pt>
    <dgm:pt modelId="{C17E51EC-D0FB-4369-B38C-719A61563114}" type="sibTrans" cxnId="{6483A67D-3E86-49CA-9AD4-FBA9E846C2ED}">
      <dgm:prSet/>
      <dgm:spPr/>
      <dgm:t>
        <a:bodyPr/>
        <a:lstStyle/>
        <a:p>
          <a:endParaRPr lang="en-US"/>
        </a:p>
      </dgm:t>
    </dgm:pt>
    <dgm:pt modelId="{5B27085B-AD4A-4427-BE6F-1B19A9CEDEAD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emperor Claudius </a:t>
          </a:r>
        </a:p>
        <a:p>
          <a:r>
            <a:rPr lang="en-US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(</a:t>
          </a:r>
          <a:r>
            <a:rPr lang="en-US" u="sng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Claudius 256</a:t>
          </a:r>
          <a:r>
            <a:rPr lang="en-US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, </a:t>
          </a:r>
          <a:r>
            <a:rPr lang="nl-NL" dirty="0" err="1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rPr>
            <a:t>d</a:t>
          </a:r>
          <a:r>
            <a:rPr lang="nl-NL" baseline="-25000" dirty="0" err="1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rPr>
            <a:t>out</a:t>
          </a:r>
          <a:r>
            <a:rPr lang="en-US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 = 103)</a:t>
          </a:r>
        </a:p>
      </dgm:t>
    </dgm:pt>
    <dgm:pt modelId="{47B10FCA-57F5-43F9-9C81-CA85AB36CEE8}" type="parTrans" cxnId="{C6F1043D-BB82-4B3B-9CEF-82F9ED61285B}">
      <dgm:prSet/>
      <dgm:spPr/>
      <dgm:t>
        <a:bodyPr/>
        <a:lstStyle/>
        <a:p>
          <a:endParaRPr lang="en-US"/>
        </a:p>
      </dgm:t>
    </dgm:pt>
    <dgm:pt modelId="{BC3B8DE1-D0E0-4DDE-A7DE-2BBAEDE0F771}" type="sibTrans" cxnId="{C6F1043D-BB82-4B3B-9CEF-82F9ED61285B}">
      <dgm:prSet/>
      <dgm:spPr/>
      <dgm:t>
        <a:bodyPr/>
        <a:lstStyle/>
        <a:p>
          <a:endParaRPr lang="en-US"/>
        </a:p>
      </dgm:t>
    </dgm:pt>
    <dgm:pt modelId="{2D4F0434-E42D-4B8E-8749-4D946C64CF38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emperor Augustus </a:t>
          </a:r>
        </a:p>
        <a:p>
          <a:r>
            <a:rPr lang="en-US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(</a:t>
          </a:r>
          <a:r>
            <a:rPr lang="en-US" u="sng" dirty="0" err="1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  <a:hlinkClick xmlns:r="http://schemas.openxmlformats.org/officeDocument/2006/relationships"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Iulius</a:t>
          </a:r>
          <a:r>
            <a:rPr lang="en-US" u="sng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  <a:hlinkClick xmlns:r="http://schemas.openxmlformats.org/officeDocument/2006/relationships"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132</a:t>
          </a:r>
          <a:r>
            <a:rPr lang="en-US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, </a:t>
          </a:r>
          <a:r>
            <a:rPr lang="nl-NL" dirty="0" err="1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rPr>
            <a:t>d</a:t>
          </a:r>
          <a:r>
            <a:rPr lang="nl-NL" baseline="-25000" dirty="0" err="1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rPr>
            <a:t>out</a:t>
          </a:r>
          <a:r>
            <a:rPr lang="en-US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 = 99)</a:t>
          </a:r>
          <a:endParaRPr lang="en-US" dirty="0">
            <a:solidFill>
              <a:schemeClr val="bg1"/>
            </a:solidFill>
            <a:latin typeface="+mj-lt"/>
            <a:ea typeface="Calibri" panose="020F0502020204030204" pitchFamily="34" charset="0"/>
          </a:endParaRPr>
        </a:p>
      </dgm:t>
    </dgm:pt>
    <dgm:pt modelId="{CF7E970A-9649-4ECC-AC94-463C0141D878}" type="parTrans" cxnId="{F5C5C2E9-2026-4E65-8FEE-27260B6D45C3}">
      <dgm:prSet/>
      <dgm:spPr/>
      <dgm:t>
        <a:bodyPr/>
        <a:lstStyle/>
        <a:p>
          <a:endParaRPr lang="en-US"/>
        </a:p>
      </dgm:t>
    </dgm:pt>
    <dgm:pt modelId="{BFD65A9B-7E31-4C7E-8183-4666EED6CCBD}" type="sibTrans" cxnId="{F5C5C2E9-2026-4E65-8FEE-27260B6D45C3}">
      <dgm:prSet/>
      <dgm:spPr/>
      <dgm:t>
        <a:bodyPr/>
        <a:lstStyle/>
        <a:p>
          <a:endParaRPr lang="en-US"/>
        </a:p>
      </dgm:t>
    </dgm:pt>
    <dgm:pt modelId="{F6AAB43F-01E8-49CB-B4B9-44542F29F0EB}" type="pres">
      <dgm:prSet presAssocID="{C2DB5616-7B85-4FEE-8BE3-A68A9C89CA0D}" presName="linearFlow" presStyleCnt="0">
        <dgm:presLayoutVars>
          <dgm:dir/>
          <dgm:resizeHandles val="exact"/>
        </dgm:presLayoutVars>
      </dgm:prSet>
      <dgm:spPr/>
    </dgm:pt>
    <dgm:pt modelId="{4D246635-0838-4726-85F8-334BC17AF830}" type="pres">
      <dgm:prSet presAssocID="{7AAB309B-CA7F-4EC8-A059-4982500D4AF5}" presName="composite" presStyleCnt="0"/>
      <dgm:spPr/>
    </dgm:pt>
    <dgm:pt modelId="{649D126E-7EBE-4A5A-ACB3-D8CBD4DE529A}" type="pres">
      <dgm:prSet presAssocID="{7AAB309B-CA7F-4EC8-A059-4982500D4AF5}" presName="imgShp" presStyleLbl="fgImgPlace1" presStyleIdx="0" presStyleCnt="5"/>
      <dgm:spPr/>
    </dgm:pt>
    <dgm:pt modelId="{458BEF97-DF75-4CF0-A179-8C1B50B1D1AA}" type="pres">
      <dgm:prSet presAssocID="{7AAB309B-CA7F-4EC8-A059-4982500D4AF5}" presName="txShp" presStyleLbl="node1" presStyleIdx="0" presStyleCnt="5">
        <dgm:presLayoutVars>
          <dgm:bulletEnabled val="1"/>
        </dgm:presLayoutVars>
      </dgm:prSet>
      <dgm:spPr/>
    </dgm:pt>
    <dgm:pt modelId="{0BE3A39C-EBBB-4A50-B365-37F132047D7D}" type="pres">
      <dgm:prSet presAssocID="{B5B4182D-D6D2-4029-B50E-16F8E8F8B4EA}" presName="spacing" presStyleCnt="0"/>
      <dgm:spPr/>
    </dgm:pt>
    <dgm:pt modelId="{0AE96D36-D663-46EA-BFEA-57BD2618B038}" type="pres">
      <dgm:prSet presAssocID="{10F0F12B-3524-46BC-BF59-116C0D5ABA7D}" presName="composite" presStyleCnt="0"/>
      <dgm:spPr/>
    </dgm:pt>
    <dgm:pt modelId="{3BCD579A-47F7-4242-8B6B-DD6EE4F782B4}" type="pres">
      <dgm:prSet presAssocID="{10F0F12B-3524-46BC-BF59-116C0D5ABA7D}" presName="imgShp" presStyleLbl="fgImgPlace1" presStyleIdx="1" presStyleCnt="5"/>
      <dgm:spPr/>
    </dgm:pt>
    <dgm:pt modelId="{1932B128-389D-4FCE-B377-2E1FD763F406}" type="pres">
      <dgm:prSet presAssocID="{10F0F12B-3524-46BC-BF59-116C0D5ABA7D}" presName="txShp" presStyleLbl="node1" presStyleIdx="1" presStyleCnt="5">
        <dgm:presLayoutVars>
          <dgm:bulletEnabled val="1"/>
        </dgm:presLayoutVars>
      </dgm:prSet>
      <dgm:spPr/>
    </dgm:pt>
    <dgm:pt modelId="{C0901836-D719-4393-8B52-3EC5E3DDDC10}" type="pres">
      <dgm:prSet presAssocID="{558D16E5-1F27-4EC4-956D-5CEDE72F019C}" presName="spacing" presStyleCnt="0"/>
      <dgm:spPr/>
    </dgm:pt>
    <dgm:pt modelId="{890D23B8-53C1-4541-A90E-ACC6C3E1D87B}" type="pres">
      <dgm:prSet presAssocID="{7F092ACC-F8B2-43DB-AC54-D486E62B6170}" presName="composite" presStyleCnt="0"/>
      <dgm:spPr/>
    </dgm:pt>
    <dgm:pt modelId="{8035C3E5-2052-495D-A651-D5CF0FC1DD1C}" type="pres">
      <dgm:prSet presAssocID="{7F092ACC-F8B2-43DB-AC54-D486E62B6170}" presName="imgShp" presStyleLbl="fgImgPlace1" presStyleIdx="2" presStyleCnt="5"/>
      <dgm:spPr/>
    </dgm:pt>
    <dgm:pt modelId="{2508978B-3961-4DC6-9BCD-AF3316545455}" type="pres">
      <dgm:prSet presAssocID="{7F092ACC-F8B2-43DB-AC54-D486E62B6170}" presName="txShp" presStyleLbl="node1" presStyleIdx="2" presStyleCnt="5">
        <dgm:presLayoutVars>
          <dgm:bulletEnabled val="1"/>
        </dgm:presLayoutVars>
      </dgm:prSet>
      <dgm:spPr/>
    </dgm:pt>
    <dgm:pt modelId="{9E6B3B0B-A2B4-4F59-AD9C-7B827C38809B}" type="pres">
      <dgm:prSet presAssocID="{C17E51EC-D0FB-4369-B38C-719A61563114}" presName="spacing" presStyleCnt="0"/>
      <dgm:spPr/>
    </dgm:pt>
    <dgm:pt modelId="{4F9DDD2A-91CB-400D-9317-EAA457696987}" type="pres">
      <dgm:prSet presAssocID="{5B27085B-AD4A-4427-BE6F-1B19A9CEDEAD}" presName="composite" presStyleCnt="0"/>
      <dgm:spPr/>
    </dgm:pt>
    <dgm:pt modelId="{26B3A0B6-48E8-4B11-80EA-331A37748909}" type="pres">
      <dgm:prSet presAssocID="{5B27085B-AD4A-4427-BE6F-1B19A9CEDEAD}" presName="imgShp" presStyleLbl="fgImgPlace1" presStyleIdx="3" presStyleCnt="5"/>
      <dgm:spPr/>
    </dgm:pt>
    <dgm:pt modelId="{A844C57C-19EA-41DB-9540-501769C33E4C}" type="pres">
      <dgm:prSet presAssocID="{5B27085B-AD4A-4427-BE6F-1B19A9CEDEAD}" presName="txShp" presStyleLbl="node1" presStyleIdx="3" presStyleCnt="5">
        <dgm:presLayoutVars>
          <dgm:bulletEnabled val="1"/>
        </dgm:presLayoutVars>
      </dgm:prSet>
      <dgm:spPr/>
    </dgm:pt>
    <dgm:pt modelId="{41EB6477-2919-41D0-BB2E-39310A6FFB75}" type="pres">
      <dgm:prSet presAssocID="{BC3B8DE1-D0E0-4DDE-A7DE-2BBAEDE0F771}" presName="spacing" presStyleCnt="0"/>
      <dgm:spPr/>
    </dgm:pt>
    <dgm:pt modelId="{E2CD2566-2452-4321-B942-7818CD1914D6}" type="pres">
      <dgm:prSet presAssocID="{2D4F0434-E42D-4B8E-8749-4D946C64CF38}" presName="composite" presStyleCnt="0"/>
      <dgm:spPr/>
    </dgm:pt>
    <dgm:pt modelId="{9864B41C-CB9E-4349-8BE0-6408E29B1FF3}" type="pres">
      <dgm:prSet presAssocID="{2D4F0434-E42D-4B8E-8749-4D946C64CF38}" presName="imgShp" presStyleLbl="fgImgPlace1" presStyleIdx="4" presStyleCnt="5"/>
      <dgm:spPr/>
    </dgm:pt>
    <dgm:pt modelId="{013A3F57-D5F7-44B0-9F19-C8B462ACE4C7}" type="pres">
      <dgm:prSet presAssocID="{2D4F0434-E42D-4B8E-8749-4D946C64CF38}" presName="txShp" presStyleLbl="node1" presStyleIdx="4" presStyleCnt="5">
        <dgm:presLayoutVars>
          <dgm:bulletEnabled val="1"/>
        </dgm:presLayoutVars>
      </dgm:prSet>
      <dgm:spPr/>
    </dgm:pt>
  </dgm:ptLst>
  <dgm:cxnLst>
    <dgm:cxn modelId="{C6F1043D-BB82-4B3B-9CEF-82F9ED61285B}" srcId="{C2DB5616-7B85-4FEE-8BE3-A68A9C89CA0D}" destId="{5B27085B-AD4A-4427-BE6F-1B19A9CEDEAD}" srcOrd="3" destOrd="0" parTransId="{47B10FCA-57F5-43F9-9C81-CA85AB36CEE8}" sibTransId="{BC3B8DE1-D0E0-4DDE-A7DE-2BBAEDE0F771}"/>
    <dgm:cxn modelId="{E1EACA5B-A135-42D4-A5CB-0B7B37C5025B}" type="presOf" srcId="{10F0F12B-3524-46BC-BF59-116C0D5ABA7D}" destId="{1932B128-389D-4FCE-B377-2E1FD763F406}" srcOrd="0" destOrd="0" presId="urn:microsoft.com/office/officeart/2005/8/layout/vList3"/>
    <dgm:cxn modelId="{04D66A5C-2464-4C60-997F-A5D5BACF4F4F}" type="presOf" srcId="{5B27085B-AD4A-4427-BE6F-1B19A9CEDEAD}" destId="{A844C57C-19EA-41DB-9540-501769C33E4C}" srcOrd="0" destOrd="0" presId="urn:microsoft.com/office/officeart/2005/8/layout/vList3"/>
    <dgm:cxn modelId="{B8213C73-A41F-48B3-94D7-F2B4324A98B3}" type="presOf" srcId="{2D4F0434-E42D-4B8E-8749-4D946C64CF38}" destId="{013A3F57-D5F7-44B0-9F19-C8B462ACE4C7}" srcOrd="0" destOrd="0" presId="urn:microsoft.com/office/officeart/2005/8/layout/vList3"/>
    <dgm:cxn modelId="{6483A67D-3E86-49CA-9AD4-FBA9E846C2ED}" srcId="{C2DB5616-7B85-4FEE-8BE3-A68A9C89CA0D}" destId="{7F092ACC-F8B2-43DB-AC54-D486E62B6170}" srcOrd="2" destOrd="0" parTransId="{03865E61-4819-4DFB-B305-AA3FD0916025}" sibTransId="{C17E51EC-D0FB-4369-B38C-719A61563114}"/>
    <dgm:cxn modelId="{7ED7B8A3-4A4A-4049-860E-BFF91109A0BB}" srcId="{C2DB5616-7B85-4FEE-8BE3-A68A9C89CA0D}" destId="{7AAB309B-CA7F-4EC8-A059-4982500D4AF5}" srcOrd="0" destOrd="0" parTransId="{63FFD878-BB29-454E-A289-4A001E307827}" sibTransId="{B5B4182D-D6D2-4029-B50E-16F8E8F8B4EA}"/>
    <dgm:cxn modelId="{872AE4BD-DC61-4A4A-9B56-BC08CF9EFAD1}" type="presOf" srcId="{C2DB5616-7B85-4FEE-8BE3-A68A9C89CA0D}" destId="{F6AAB43F-01E8-49CB-B4B9-44542F29F0EB}" srcOrd="0" destOrd="0" presId="urn:microsoft.com/office/officeart/2005/8/layout/vList3"/>
    <dgm:cxn modelId="{75041BCC-30E3-4715-A8F4-F6103412EC10}" type="presOf" srcId="{7F092ACC-F8B2-43DB-AC54-D486E62B6170}" destId="{2508978B-3961-4DC6-9BCD-AF3316545455}" srcOrd="0" destOrd="0" presId="urn:microsoft.com/office/officeart/2005/8/layout/vList3"/>
    <dgm:cxn modelId="{533A59DE-E93B-4A04-A529-1D1E8E31461C}" srcId="{C2DB5616-7B85-4FEE-8BE3-A68A9C89CA0D}" destId="{10F0F12B-3524-46BC-BF59-116C0D5ABA7D}" srcOrd="1" destOrd="0" parTransId="{CE744F51-CBD2-4427-B945-EC206D9DC0C3}" sibTransId="{558D16E5-1F27-4EC4-956D-5CEDE72F019C}"/>
    <dgm:cxn modelId="{F5C5C2E9-2026-4E65-8FEE-27260B6D45C3}" srcId="{C2DB5616-7B85-4FEE-8BE3-A68A9C89CA0D}" destId="{2D4F0434-E42D-4B8E-8749-4D946C64CF38}" srcOrd="4" destOrd="0" parTransId="{CF7E970A-9649-4ECC-AC94-463C0141D878}" sibTransId="{BFD65A9B-7E31-4C7E-8183-4666EED6CCBD}"/>
    <dgm:cxn modelId="{05A073FA-CB86-47D3-A025-45DCF7676EB6}" type="presOf" srcId="{7AAB309B-CA7F-4EC8-A059-4982500D4AF5}" destId="{458BEF97-DF75-4CF0-A179-8C1B50B1D1AA}" srcOrd="0" destOrd="0" presId="urn:microsoft.com/office/officeart/2005/8/layout/vList3"/>
    <dgm:cxn modelId="{D5784F32-518B-410E-BE06-2A039E370DED}" type="presParOf" srcId="{F6AAB43F-01E8-49CB-B4B9-44542F29F0EB}" destId="{4D246635-0838-4726-85F8-334BC17AF830}" srcOrd="0" destOrd="0" presId="urn:microsoft.com/office/officeart/2005/8/layout/vList3"/>
    <dgm:cxn modelId="{D50722C0-B2EF-4C20-B6ED-BC4B85A2C0FF}" type="presParOf" srcId="{4D246635-0838-4726-85F8-334BC17AF830}" destId="{649D126E-7EBE-4A5A-ACB3-D8CBD4DE529A}" srcOrd="0" destOrd="0" presId="urn:microsoft.com/office/officeart/2005/8/layout/vList3"/>
    <dgm:cxn modelId="{89BEA03F-D57B-4A48-A302-1D55A6CAE23C}" type="presParOf" srcId="{4D246635-0838-4726-85F8-334BC17AF830}" destId="{458BEF97-DF75-4CF0-A179-8C1B50B1D1AA}" srcOrd="1" destOrd="0" presId="urn:microsoft.com/office/officeart/2005/8/layout/vList3"/>
    <dgm:cxn modelId="{CED57633-4880-48EB-A52C-9E952596D4FD}" type="presParOf" srcId="{F6AAB43F-01E8-49CB-B4B9-44542F29F0EB}" destId="{0BE3A39C-EBBB-4A50-B365-37F132047D7D}" srcOrd="1" destOrd="0" presId="urn:microsoft.com/office/officeart/2005/8/layout/vList3"/>
    <dgm:cxn modelId="{E0FD22EC-E5DA-4166-8417-1149037774CF}" type="presParOf" srcId="{F6AAB43F-01E8-49CB-B4B9-44542F29F0EB}" destId="{0AE96D36-D663-46EA-BFEA-57BD2618B038}" srcOrd="2" destOrd="0" presId="urn:microsoft.com/office/officeart/2005/8/layout/vList3"/>
    <dgm:cxn modelId="{7065A6E2-50C8-4F75-B5AD-0BEF1E0B4605}" type="presParOf" srcId="{0AE96D36-D663-46EA-BFEA-57BD2618B038}" destId="{3BCD579A-47F7-4242-8B6B-DD6EE4F782B4}" srcOrd="0" destOrd="0" presId="urn:microsoft.com/office/officeart/2005/8/layout/vList3"/>
    <dgm:cxn modelId="{C9B36C34-4E79-474A-9521-0E4AC7790798}" type="presParOf" srcId="{0AE96D36-D663-46EA-BFEA-57BD2618B038}" destId="{1932B128-389D-4FCE-B377-2E1FD763F406}" srcOrd="1" destOrd="0" presId="urn:microsoft.com/office/officeart/2005/8/layout/vList3"/>
    <dgm:cxn modelId="{2CF789F1-87E9-452C-B137-07AFBF876664}" type="presParOf" srcId="{F6AAB43F-01E8-49CB-B4B9-44542F29F0EB}" destId="{C0901836-D719-4393-8B52-3EC5E3DDDC10}" srcOrd="3" destOrd="0" presId="urn:microsoft.com/office/officeart/2005/8/layout/vList3"/>
    <dgm:cxn modelId="{3558E24B-69EF-4E96-84DF-09F42D804994}" type="presParOf" srcId="{F6AAB43F-01E8-49CB-B4B9-44542F29F0EB}" destId="{890D23B8-53C1-4541-A90E-ACC6C3E1D87B}" srcOrd="4" destOrd="0" presId="urn:microsoft.com/office/officeart/2005/8/layout/vList3"/>
    <dgm:cxn modelId="{1D56FC6C-A760-4E33-9120-750A46BC829B}" type="presParOf" srcId="{890D23B8-53C1-4541-A90E-ACC6C3E1D87B}" destId="{8035C3E5-2052-495D-A651-D5CF0FC1DD1C}" srcOrd="0" destOrd="0" presId="urn:microsoft.com/office/officeart/2005/8/layout/vList3"/>
    <dgm:cxn modelId="{74FA787A-9C66-4ABE-8D33-0B2C6B292349}" type="presParOf" srcId="{890D23B8-53C1-4541-A90E-ACC6C3E1D87B}" destId="{2508978B-3961-4DC6-9BCD-AF3316545455}" srcOrd="1" destOrd="0" presId="urn:microsoft.com/office/officeart/2005/8/layout/vList3"/>
    <dgm:cxn modelId="{6E920770-CF99-4112-B397-E5204129C283}" type="presParOf" srcId="{F6AAB43F-01E8-49CB-B4B9-44542F29F0EB}" destId="{9E6B3B0B-A2B4-4F59-AD9C-7B827C38809B}" srcOrd="5" destOrd="0" presId="urn:microsoft.com/office/officeart/2005/8/layout/vList3"/>
    <dgm:cxn modelId="{49E4E2D0-5BB6-4385-9F63-04210818BEE9}" type="presParOf" srcId="{F6AAB43F-01E8-49CB-B4B9-44542F29F0EB}" destId="{4F9DDD2A-91CB-400D-9317-EAA457696987}" srcOrd="6" destOrd="0" presId="urn:microsoft.com/office/officeart/2005/8/layout/vList3"/>
    <dgm:cxn modelId="{B4CF58AE-F0B9-4DD1-B4ED-EE9054EB9DBA}" type="presParOf" srcId="{4F9DDD2A-91CB-400D-9317-EAA457696987}" destId="{26B3A0B6-48E8-4B11-80EA-331A37748909}" srcOrd="0" destOrd="0" presId="urn:microsoft.com/office/officeart/2005/8/layout/vList3"/>
    <dgm:cxn modelId="{DBA7A9A6-585F-4D6D-A62E-AECF1537B3A0}" type="presParOf" srcId="{4F9DDD2A-91CB-400D-9317-EAA457696987}" destId="{A844C57C-19EA-41DB-9540-501769C33E4C}" srcOrd="1" destOrd="0" presId="urn:microsoft.com/office/officeart/2005/8/layout/vList3"/>
    <dgm:cxn modelId="{093A4F1C-1670-469B-A150-45F0C5D764B8}" type="presParOf" srcId="{F6AAB43F-01E8-49CB-B4B9-44542F29F0EB}" destId="{41EB6477-2919-41D0-BB2E-39310A6FFB75}" srcOrd="7" destOrd="0" presId="urn:microsoft.com/office/officeart/2005/8/layout/vList3"/>
    <dgm:cxn modelId="{9263F738-C298-41A3-AE4E-DCCA8043C850}" type="presParOf" srcId="{F6AAB43F-01E8-49CB-B4B9-44542F29F0EB}" destId="{E2CD2566-2452-4321-B942-7818CD1914D6}" srcOrd="8" destOrd="0" presId="urn:microsoft.com/office/officeart/2005/8/layout/vList3"/>
    <dgm:cxn modelId="{6D32F647-0006-4B94-AFCE-9D5BCF955455}" type="presParOf" srcId="{E2CD2566-2452-4321-B942-7818CD1914D6}" destId="{9864B41C-CB9E-4349-8BE0-6408E29B1FF3}" srcOrd="0" destOrd="0" presId="urn:microsoft.com/office/officeart/2005/8/layout/vList3"/>
    <dgm:cxn modelId="{39ABCBD4-5A00-49FC-8726-A1E6DDF334AD}" type="presParOf" srcId="{E2CD2566-2452-4321-B942-7818CD1914D6}" destId="{013A3F57-D5F7-44B0-9F19-C8B462ACE4C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5CFE14B-3B41-4CD8-832A-8D53313AAB04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BF6B4772-67A3-41CF-8B09-EA6120709B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Automated approach </a:t>
          </a:r>
          <a:r>
            <a:rPr lang="en-US" dirty="0"/>
            <a:t>for edge qualification</a:t>
          </a:r>
        </a:p>
      </dgm:t>
    </dgm:pt>
    <dgm:pt modelId="{6DC245EF-77C8-4CBB-B7AB-47EE622E2E25}" type="parTrans" cxnId="{9FF322F8-08ED-43B7-B58B-7A007A225ECC}">
      <dgm:prSet/>
      <dgm:spPr/>
      <dgm:t>
        <a:bodyPr/>
        <a:lstStyle/>
        <a:p>
          <a:endParaRPr lang="en-US"/>
        </a:p>
      </dgm:t>
    </dgm:pt>
    <dgm:pt modelId="{E18F5E60-B5E9-40CF-A5A5-46C229712E07}" type="sibTrans" cxnId="{9FF322F8-08ED-43B7-B58B-7A007A225ECC}">
      <dgm:prSet/>
      <dgm:spPr/>
      <dgm:t>
        <a:bodyPr/>
        <a:lstStyle/>
        <a:p>
          <a:endParaRPr lang="en-US"/>
        </a:p>
      </dgm:t>
    </dgm:pt>
    <dgm:pt modelId="{80E6106A-DDD6-4285-9A9D-EB7182D3968C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b="1" dirty="0"/>
            <a:t>Link prediction</a:t>
          </a:r>
          <a:r>
            <a:rPr lang="en-US" dirty="0"/>
            <a:t>: based on existing edges, what other edges can be </a:t>
          </a:r>
          <a:r>
            <a:rPr lang="en-US"/>
            <a:t>predicted?</a:t>
          </a:r>
          <a:endParaRPr lang="en-US" dirty="0"/>
        </a:p>
      </dgm:t>
    </dgm:pt>
    <dgm:pt modelId="{0E071838-F69C-4DD2-8537-4D1B6429D25C}" type="parTrans" cxnId="{0318952D-DC11-4A3F-A99B-D251B1997600}">
      <dgm:prSet/>
      <dgm:spPr/>
      <dgm:t>
        <a:bodyPr/>
        <a:lstStyle/>
        <a:p>
          <a:endParaRPr lang="en-US"/>
        </a:p>
      </dgm:t>
    </dgm:pt>
    <dgm:pt modelId="{42BB18C4-AA2F-489A-8B34-4EFC3F365B7B}" type="sibTrans" cxnId="{0318952D-DC11-4A3F-A99B-D251B1997600}">
      <dgm:prSet/>
      <dgm:spPr/>
      <dgm:t>
        <a:bodyPr/>
        <a:lstStyle/>
        <a:p>
          <a:endParaRPr lang="en-US"/>
        </a:p>
      </dgm:t>
    </dgm:pt>
    <dgm:pt modelId="{6A78FEEE-2E5B-483A-9039-3BBD4C08CD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Influence of different categories on the network</a:t>
          </a:r>
          <a:r>
            <a:rPr lang="en-US" dirty="0"/>
            <a:t>: what is the influence of removing a certain category of edges, e.g. familial, from the network on network structure and properties?</a:t>
          </a:r>
        </a:p>
      </dgm:t>
    </dgm:pt>
    <dgm:pt modelId="{11E23E34-5D87-4CF9-8777-C0808A7AEDD0}" type="parTrans" cxnId="{D79149ED-F524-4159-9004-CDDF1B7D52FA}">
      <dgm:prSet/>
      <dgm:spPr/>
      <dgm:t>
        <a:bodyPr/>
        <a:lstStyle/>
        <a:p>
          <a:endParaRPr lang="en-US"/>
        </a:p>
      </dgm:t>
    </dgm:pt>
    <dgm:pt modelId="{E6F5622D-4BC1-4815-BA27-05B8519820AA}" type="sibTrans" cxnId="{D79149ED-F524-4159-9004-CDDF1B7D52FA}">
      <dgm:prSet/>
      <dgm:spPr/>
      <dgm:t>
        <a:bodyPr/>
        <a:lstStyle/>
        <a:p>
          <a:endParaRPr lang="en-US"/>
        </a:p>
      </dgm:t>
    </dgm:pt>
    <dgm:pt modelId="{29A9B6C8-0F63-4DE3-B3E8-DB467EE9FE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From the NIKAW - project perspective</a:t>
          </a:r>
          <a:r>
            <a:rPr lang="en-US" dirty="0"/>
            <a:t>: how can a networked version of the </a:t>
          </a:r>
          <a:r>
            <a:rPr lang="en-US" i="1" dirty="0"/>
            <a:t>RE </a:t>
          </a:r>
          <a:r>
            <a:rPr lang="en-US" dirty="0"/>
            <a:t>improve Named Entity Linking in Ancient Greek and Latin texts?</a:t>
          </a:r>
        </a:p>
      </dgm:t>
    </dgm:pt>
    <dgm:pt modelId="{F2A35A64-1A74-46AC-8F10-5C6861CE7ECA}" type="parTrans" cxnId="{19719A0A-1782-4892-8163-5AD03775F37D}">
      <dgm:prSet/>
      <dgm:spPr/>
      <dgm:t>
        <a:bodyPr/>
        <a:lstStyle/>
        <a:p>
          <a:endParaRPr lang="en-US"/>
        </a:p>
      </dgm:t>
    </dgm:pt>
    <dgm:pt modelId="{E13501FE-53F9-44C3-BEB8-F5D44D664AFE}" type="sibTrans" cxnId="{19719A0A-1782-4892-8163-5AD03775F37D}">
      <dgm:prSet/>
      <dgm:spPr/>
      <dgm:t>
        <a:bodyPr/>
        <a:lstStyle/>
        <a:p>
          <a:endParaRPr lang="en-US"/>
        </a:p>
      </dgm:t>
    </dgm:pt>
    <dgm:pt modelId="{24EF3298-E3CC-47E2-BFB1-61816FEE2F7A}" type="pres">
      <dgm:prSet presAssocID="{A5CFE14B-3B41-4CD8-832A-8D53313AAB04}" presName="root" presStyleCnt="0">
        <dgm:presLayoutVars>
          <dgm:dir/>
          <dgm:resizeHandles val="exact"/>
        </dgm:presLayoutVars>
      </dgm:prSet>
      <dgm:spPr/>
    </dgm:pt>
    <dgm:pt modelId="{6F50D78D-16AC-43C4-98CD-4C7840EE3F79}" type="pres">
      <dgm:prSet presAssocID="{BF6B4772-67A3-41CF-8B09-EA6120709B09}" presName="compNode" presStyleCnt="0"/>
      <dgm:spPr/>
    </dgm:pt>
    <dgm:pt modelId="{8FD37A82-83D1-4E0E-8518-0BF4448C4E17}" type="pres">
      <dgm:prSet presAssocID="{BF6B4772-67A3-41CF-8B09-EA6120709B09}" presName="bgRect" presStyleLbl="bgShp" presStyleIdx="0" presStyleCnt="4"/>
      <dgm:spPr/>
    </dgm:pt>
    <dgm:pt modelId="{8B6B1CEB-47AB-499C-98E9-78711EBC8182}" type="pres">
      <dgm:prSet presAssocID="{BF6B4772-67A3-41CF-8B09-EA6120709B09}" presName="iconRect" presStyleLbl="node1" presStyleIdx="0" presStyleCnt="4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nkje"/>
        </a:ext>
      </dgm:extLst>
    </dgm:pt>
    <dgm:pt modelId="{2A5B1C62-BBCE-4365-A364-13DBE0508DD0}" type="pres">
      <dgm:prSet presAssocID="{BF6B4772-67A3-41CF-8B09-EA6120709B09}" presName="spaceRect" presStyleCnt="0"/>
      <dgm:spPr/>
    </dgm:pt>
    <dgm:pt modelId="{6920DC51-C213-4626-B453-42CE8F2F3B3D}" type="pres">
      <dgm:prSet presAssocID="{BF6B4772-67A3-41CF-8B09-EA6120709B09}" presName="parTx" presStyleLbl="revTx" presStyleIdx="0" presStyleCnt="4">
        <dgm:presLayoutVars>
          <dgm:chMax val="0"/>
          <dgm:chPref val="0"/>
        </dgm:presLayoutVars>
      </dgm:prSet>
      <dgm:spPr/>
    </dgm:pt>
    <dgm:pt modelId="{37536BD9-BCCA-4E0A-B06E-61FD9C92F3EF}" type="pres">
      <dgm:prSet presAssocID="{E18F5E60-B5E9-40CF-A5A5-46C229712E07}" presName="sibTrans" presStyleCnt="0"/>
      <dgm:spPr/>
    </dgm:pt>
    <dgm:pt modelId="{EDB4072F-7857-48C9-8159-5873D5A5C7BF}" type="pres">
      <dgm:prSet presAssocID="{80E6106A-DDD6-4285-9A9D-EB7182D3968C}" presName="compNode" presStyleCnt="0"/>
      <dgm:spPr/>
    </dgm:pt>
    <dgm:pt modelId="{3DCC5928-3E7A-46C7-8B6B-478FDED2A588}" type="pres">
      <dgm:prSet presAssocID="{80E6106A-DDD6-4285-9A9D-EB7182D3968C}" presName="bgRect" presStyleLbl="bgShp" presStyleIdx="1" presStyleCnt="4"/>
      <dgm:spPr/>
    </dgm:pt>
    <dgm:pt modelId="{A3362B59-0E0D-486D-8A83-378AAFF6BA6E}" type="pres">
      <dgm:prSet presAssocID="{80E6106A-DDD6-4285-9A9D-EB7182D3968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rbonden"/>
        </a:ext>
      </dgm:extLst>
    </dgm:pt>
    <dgm:pt modelId="{06B81F13-AE6B-4950-A348-9EE929EFC9FD}" type="pres">
      <dgm:prSet presAssocID="{80E6106A-DDD6-4285-9A9D-EB7182D3968C}" presName="spaceRect" presStyleCnt="0"/>
      <dgm:spPr/>
    </dgm:pt>
    <dgm:pt modelId="{3B12E97B-76E2-49E8-83E2-FC75DCC93CBD}" type="pres">
      <dgm:prSet presAssocID="{80E6106A-DDD6-4285-9A9D-EB7182D3968C}" presName="parTx" presStyleLbl="revTx" presStyleIdx="1" presStyleCnt="4">
        <dgm:presLayoutVars>
          <dgm:chMax val="0"/>
          <dgm:chPref val="0"/>
        </dgm:presLayoutVars>
      </dgm:prSet>
      <dgm:spPr/>
    </dgm:pt>
    <dgm:pt modelId="{E633CC62-5D67-4F64-AAE0-E335FC706CA2}" type="pres">
      <dgm:prSet presAssocID="{42BB18C4-AA2F-489A-8B34-4EFC3F365B7B}" presName="sibTrans" presStyleCnt="0"/>
      <dgm:spPr/>
    </dgm:pt>
    <dgm:pt modelId="{E8A7319E-7996-4012-A841-1A5C5EA97783}" type="pres">
      <dgm:prSet presAssocID="{6A78FEEE-2E5B-483A-9039-3BBD4C08CDE6}" presName="compNode" presStyleCnt="0"/>
      <dgm:spPr/>
    </dgm:pt>
    <dgm:pt modelId="{C30587C2-E1D5-4DCC-9B78-2F46B889DB9A}" type="pres">
      <dgm:prSet presAssocID="{6A78FEEE-2E5B-483A-9039-3BBD4C08CDE6}" presName="bgRect" presStyleLbl="bgShp" presStyleIdx="2" presStyleCnt="4"/>
      <dgm:spPr/>
    </dgm:pt>
    <dgm:pt modelId="{371AFA09-3906-485C-8AD5-B842052500BF}" type="pres">
      <dgm:prSet presAssocID="{6A78FEEE-2E5B-483A-9039-3BBD4C08CDE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971BED22-832A-403D-A55B-55FD2497760B}" type="pres">
      <dgm:prSet presAssocID="{6A78FEEE-2E5B-483A-9039-3BBD4C08CDE6}" presName="spaceRect" presStyleCnt="0"/>
      <dgm:spPr/>
    </dgm:pt>
    <dgm:pt modelId="{96F2ADF9-AD4D-4A46-8F7E-48A8C7808803}" type="pres">
      <dgm:prSet presAssocID="{6A78FEEE-2E5B-483A-9039-3BBD4C08CDE6}" presName="parTx" presStyleLbl="revTx" presStyleIdx="2" presStyleCnt="4">
        <dgm:presLayoutVars>
          <dgm:chMax val="0"/>
          <dgm:chPref val="0"/>
        </dgm:presLayoutVars>
      </dgm:prSet>
      <dgm:spPr/>
    </dgm:pt>
    <dgm:pt modelId="{D45D7856-C4D7-4733-BFAF-7DDE6420D02C}" type="pres">
      <dgm:prSet presAssocID="{E6F5622D-4BC1-4815-BA27-05B8519820AA}" presName="sibTrans" presStyleCnt="0"/>
      <dgm:spPr/>
    </dgm:pt>
    <dgm:pt modelId="{61A8342C-0B3B-4D4E-A7B9-3FF66F4EA7D4}" type="pres">
      <dgm:prSet presAssocID="{29A9B6C8-0F63-4DE3-B3E8-DB467EE9FE06}" presName="compNode" presStyleCnt="0"/>
      <dgm:spPr/>
    </dgm:pt>
    <dgm:pt modelId="{C176C3C3-CD4A-476B-A8B1-4E11F952CE5A}" type="pres">
      <dgm:prSet presAssocID="{29A9B6C8-0F63-4DE3-B3E8-DB467EE9FE06}" presName="bgRect" presStyleLbl="bgShp" presStyleIdx="3" presStyleCnt="4"/>
      <dgm:spPr/>
    </dgm:pt>
    <dgm:pt modelId="{C50B86BC-D7F2-4361-8C77-B0FDE104E75B}" type="pres">
      <dgm:prSet presAssocID="{29A9B6C8-0F63-4DE3-B3E8-DB467EE9FE0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rbindingen"/>
        </a:ext>
      </dgm:extLst>
    </dgm:pt>
    <dgm:pt modelId="{E1AAC064-6D76-4B09-BC0C-B2EE886577FF}" type="pres">
      <dgm:prSet presAssocID="{29A9B6C8-0F63-4DE3-B3E8-DB467EE9FE06}" presName="spaceRect" presStyleCnt="0"/>
      <dgm:spPr/>
    </dgm:pt>
    <dgm:pt modelId="{89426400-AC4F-4FB6-8EB8-EE82D4BC8EE4}" type="pres">
      <dgm:prSet presAssocID="{29A9B6C8-0F63-4DE3-B3E8-DB467EE9FE0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11D5A06-60FE-4B72-9CD5-C44BA5910571}" type="presOf" srcId="{80E6106A-DDD6-4285-9A9D-EB7182D3968C}" destId="{3B12E97B-76E2-49E8-83E2-FC75DCC93CBD}" srcOrd="0" destOrd="0" presId="urn:microsoft.com/office/officeart/2018/2/layout/IconVerticalSolidList"/>
    <dgm:cxn modelId="{EA3E1808-6B71-4F63-BC93-0AD96CB6365C}" type="presOf" srcId="{6A78FEEE-2E5B-483A-9039-3BBD4C08CDE6}" destId="{96F2ADF9-AD4D-4A46-8F7E-48A8C7808803}" srcOrd="0" destOrd="0" presId="urn:microsoft.com/office/officeart/2018/2/layout/IconVerticalSolidList"/>
    <dgm:cxn modelId="{19719A0A-1782-4892-8163-5AD03775F37D}" srcId="{A5CFE14B-3B41-4CD8-832A-8D53313AAB04}" destId="{29A9B6C8-0F63-4DE3-B3E8-DB467EE9FE06}" srcOrd="3" destOrd="0" parTransId="{F2A35A64-1A74-46AC-8F10-5C6861CE7ECA}" sibTransId="{E13501FE-53F9-44C3-BEB8-F5D44D664AFE}"/>
    <dgm:cxn modelId="{0318952D-DC11-4A3F-A99B-D251B1997600}" srcId="{A5CFE14B-3B41-4CD8-832A-8D53313AAB04}" destId="{80E6106A-DDD6-4285-9A9D-EB7182D3968C}" srcOrd="1" destOrd="0" parTransId="{0E071838-F69C-4DD2-8537-4D1B6429D25C}" sibTransId="{42BB18C4-AA2F-489A-8B34-4EFC3F365B7B}"/>
    <dgm:cxn modelId="{09ADE663-70BD-460A-87F2-7EBCCACCCF94}" type="presOf" srcId="{BF6B4772-67A3-41CF-8B09-EA6120709B09}" destId="{6920DC51-C213-4626-B453-42CE8F2F3B3D}" srcOrd="0" destOrd="0" presId="urn:microsoft.com/office/officeart/2018/2/layout/IconVerticalSolidList"/>
    <dgm:cxn modelId="{80C71157-0F42-4896-B29A-9E6B30D87724}" type="presOf" srcId="{29A9B6C8-0F63-4DE3-B3E8-DB467EE9FE06}" destId="{89426400-AC4F-4FB6-8EB8-EE82D4BC8EE4}" srcOrd="0" destOrd="0" presId="urn:microsoft.com/office/officeart/2018/2/layout/IconVerticalSolidList"/>
    <dgm:cxn modelId="{AC5227DF-1D5E-4254-BBA3-4D0229442A2B}" type="presOf" srcId="{A5CFE14B-3B41-4CD8-832A-8D53313AAB04}" destId="{24EF3298-E3CC-47E2-BFB1-61816FEE2F7A}" srcOrd="0" destOrd="0" presId="urn:microsoft.com/office/officeart/2018/2/layout/IconVerticalSolidList"/>
    <dgm:cxn modelId="{D79149ED-F524-4159-9004-CDDF1B7D52FA}" srcId="{A5CFE14B-3B41-4CD8-832A-8D53313AAB04}" destId="{6A78FEEE-2E5B-483A-9039-3BBD4C08CDE6}" srcOrd="2" destOrd="0" parTransId="{11E23E34-5D87-4CF9-8777-C0808A7AEDD0}" sibTransId="{E6F5622D-4BC1-4815-BA27-05B8519820AA}"/>
    <dgm:cxn modelId="{9FF322F8-08ED-43B7-B58B-7A007A225ECC}" srcId="{A5CFE14B-3B41-4CD8-832A-8D53313AAB04}" destId="{BF6B4772-67A3-41CF-8B09-EA6120709B09}" srcOrd="0" destOrd="0" parTransId="{6DC245EF-77C8-4CBB-B7AB-47EE622E2E25}" sibTransId="{E18F5E60-B5E9-40CF-A5A5-46C229712E07}"/>
    <dgm:cxn modelId="{A7ECF24E-161C-4D79-9A44-611B0DCDB725}" type="presParOf" srcId="{24EF3298-E3CC-47E2-BFB1-61816FEE2F7A}" destId="{6F50D78D-16AC-43C4-98CD-4C7840EE3F79}" srcOrd="0" destOrd="0" presId="urn:microsoft.com/office/officeart/2018/2/layout/IconVerticalSolidList"/>
    <dgm:cxn modelId="{2589C6FA-9BD7-4148-A169-507A823B6909}" type="presParOf" srcId="{6F50D78D-16AC-43C4-98CD-4C7840EE3F79}" destId="{8FD37A82-83D1-4E0E-8518-0BF4448C4E17}" srcOrd="0" destOrd="0" presId="urn:microsoft.com/office/officeart/2018/2/layout/IconVerticalSolidList"/>
    <dgm:cxn modelId="{8CE7BAE2-1BDB-4C86-AD17-8D4652A46C5A}" type="presParOf" srcId="{6F50D78D-16AC-43C4-98CD-4C7840EE3F79}" destId="{8B6B1CEB-47AB-499C-98E9-78711EBC8182}" srcOrd="1" destOrd="0" presId="urn:microsoft.com/office/officeart/2018/2/layout/IconVerticalSolidList"/>
    <dgm:cxn modelId="{9444BCBC-B262-405F-9C08-14AB56364857}" type="presParOf" srcId="{6F50D78D-16AC-43C4-98CD-4C7840EE3F79}" destId="{2A5B1C62-BBCE-4365-A364-13DBE0508DD0}" srcOrd="2" destOrd="0" presId="urn:microsoft.com/office/officeart/2018/2/layout/IconVerticalSolidList"/>
    <dgm:cxn modelId="{1F5357A1-73AC-4787-B2A4-6601931544DE}" type="presParOf" srcId="{6F50D78D-16AC-43C4-98CD-4C7840EE3F79}" destId="{6920DC51-C213-4626-B453-42CE8F2F3B3D}" srcOrd="3" destOrd="0" presId="urn:microsoft.com/office/officeart/2018/2/layout/IconVerticalSolidList"/>
    <dgm:cxn modelId="{3DD641F3-2112-4388-B4C3-9F5B3D880C23}" type="presParOf" srcId="{24EF3298-E3CC-47E2-BFB1-61816FEE2F7A}" destId="{37536BD9-BCCA-4E0A-B06E-61FD9C92F3EF}" srcOrd="1" destOrd="0" presId="urn:microsoft.com/office/officeart/2018/2/layout/IconVerticalSolidList"/>
    <dgm:cxn modelId="{751BC996-5CBC-436F-A348-AA36655AC9A4}" type="presParOf" srcId="{24EF3298-E3CC-47E2-BFB1-61816FEE2F7A}" destId="{EDB4072F-7857-48C9-8159-5873D5A5C7BF}" srcOrd="2" destOrd="0" presId="urn:microsoft.com/office/officeart/2018/2/layout/IconVerticalSolidList"/>
    <dgm:cxn modelId="{878657F9-8F47-4888-AFD7-31E72F345572}" type="presParOf" srcId="{EDB4072F-7857-48C9-8159-5873D5A5C7BF}" destId="{3DCC5928-3E7A-46C7-8B6B-478FDED2A588}" srcOrd="0" destOrd="0" presId="urn:microsoft.com/office/officeart/2018/2/layout/IconVerticalSolidList"/>
    <dgm:cxn modelId="{B9571ADB-9819-4106-AD25-8F5205CA5B95}" type="presParOf" srcId="{EDB4072F-7857-48C9-8159-5873D5A5C7BF}" destId="{A3362B59-0E0D-486D-8A83-378AAFF6BA6E}" srcOrd="1" destOrd="0" presId="urn:microsoft.com/office/officeart/2018/2/layout/IconVerticalSolidList"/>
    <dgm:cxn modelId="{AAD3B52C-57B2-43E8-98AF-DF43B191449A}" type="presParOf" srcId="{EDB4072F-7857-48C9-8159-5873D5A5C7BF}" destId="{06B81F13-AE6B-4950-A348-9EE929EFC9FD}" srcOrd="2" destOrd="0" presId="urn:microsoft.com/office/officeart/2018/2/layout/IconVerticalSolidList"/>
    <dgm:cxn modelId="{01ECBD06-93F7-4923-98DB-945E3638A75F}" type="presParOf" srcId="{EDB4072F-7857-48C9-8159-5873D5A5C7BF}" destId="{3B12E97B-76E2-49E8-83E2-FC75DCC93CBD}" srcOrd="3" destOrd="0" presId="urn:microsoft.com/office/officeart/2018/2/layout/IconVerticalSolidList"/>
    <dgm:cxn modelId="{3EE7BFA7-F432-429F-BE34-E37F17B35F2E}" type="presParOf" srcId="{24EF3298-E3CC-47E2-BFB1-61816FEE2F7A}" destId="{E633CC62-5D67-4F64-AAE0-E335FC706CA2}" srcOrd="3" destOrd="0" presId="urn:microsoft.com/office/officeart/2018/2/layout/IconVerticalSolidList"/>
    <dgm:cxn modelId="{FDBDD3D4-DD93-4328-AE6C-EA1C248B5634}" type="presParOf" srcId="{24EF3298-E3CC-47E2-BFB1-61816FEE2F7A}" destId="{E8A7319E-7996-4012-A841-1A5C5EA97783}" srcOrd="4" destOrd="0" presId="urn:microsoft.com/office/officeart/2018/2/layout/IconVerticalSolidList"/>
    <dgm:cxn modelId="{F101D798-24F1-4F90-B279-2927B2F7A8D0}" type="presParOf" srcId="{E8A7319E-7996-4012-A841-1A5C5EA97783}" destId="{C30587C2-E1D5-4DCC-9B78-2F46B889DB9A}" srcOrd="0" destOrd="0" presId="urn:microsoft.com/office/officeart/2018/2/layout/IconVerticalSolidList"/>
    <dgm:cxn modelId="{38DB464B-D853-4E79-B9F4-1D80CCECBA21}" type="presParOf" srcId="{E8A7319E-7996-4012-A841-1A5C5EA97783}" destId="{371AFA09-3906-485C-8AD5-B842052500BF}" srcOrd="1" destOrd="0" presId="urn:microsoft.com/office/officeart/2018/2/layout/IconVerticalSolidList"/>
    <dgm:cxn modelId="{783CA471-AF66-429F-8DAD-E30527FBBE03}" type="presParOf" srcId="{E8A7319E-7996-4012-A841-1A5C5EA97783}" destId="{971BED22-832A-403D-A55B-55FD2497760B}" srcOrd="2" destOrd="0" presId="urn:microsoft.com/office/officeart/2018/2/layout/IconVerticalSolidList"/>
    <dgm:cxn modelId="{E2767D76-6296-4B0D-BBD1-5E9EA7695CDE}" type="presParOf" srcId="{E8A7319E-7996-4012-A841-1A5C5EA97783}" destId="{96F2ADF9-AD4D-4A46-8F7E-48A8C7808803}" srcOrd="3" destOrd="0" presId="urn:microsoft.com/office/officeart/2018/2/layout/IconVerticalSolidList"/>
    <dgm:cxn modelId="{2861BD42-1C40-42B2-ADB1-4F1E3954626E}" type="presParOf" srcId="{24EF3298-E3CC-47E2-BFB1-61816FEE2F7A}" destId="{D45D7856-C4D7-4733-BFAF-7DDE6420D02C}" srcOrd="5" destOrd="0" presId="urn:microsoft.com/office/officeart/2018/2/layout/IconVerticalSolidList"/>
    <dgm:cxn modelId="{C18AFCA1-B664-45C9-9894-98C4E3BEBBE9}" type="presParOf" srcId="{24EF3298-E3CC-47E2-BFB1-61816FEE2F7A}" destId="{61A8342C-0B3B-4D4E-A7B9-3FF66F4EA7D4}" srcOrd="6" destOrd="0" presId="urn:microsoft.com/office/officeart/2018/2/layout/IconVerticalSolidList"/>
    <dgm:cxn modelId="{76EEADAB-63AB-4135-8AEA-953A1CCF0EDC}" type="presParOf" srcId="{61A8342C-0B3B-4D4E-A7B9-3FF66F4EA7D4}" destId="{C176C3C3-CD4A-476B-A8B1-4E11F952CE5A}" srcOrd="0" destOrd="0" presId="urn:microsoft.com/office/officeart/2018/2/layout/IconVerticalSolidList"/>
    <dgm:cxn modelId="{CA48840B-99AB-4E0C-B39F-D8648FBE4F81}" type="presParOf" srcId="{61A8342C-0B3B-4D4E-A7B9-3FF66F4EA7D4}" destId="{C50B86BC-D7F2-4361-8C77-B0FDE104E75B}" srcOrd="1" destOrd="0" presId="urn:microsoft.com/office/officeart/2018/2/layout/IconVerticalSolidList"/>
    <dgm:cxn modelId="{E0E0D754-A2F2-43A1-9609-903CCAAA6DFA}" type="presParOf" srcId="{61A8342C-0B3B-4D4E-A7B9-3FF66F4EA7D4}" destId="{E1AAC064-6D76-4B09-BC0C-B2EE886577FF}" srcOrd="2" destOrd="0" presId="urn:microsoft.com/office/officeart/2018/2/layout/IconVerticalSolidList"/>
    <dgm:cxn modelId="{E1C1F4EF-6148-45D2-8A16-A772E2386E6F}" type="presParOf" srcId="{61A8342C-0B3B-4D4E-A7B9-3FF66F4EA7D4}" destId="{89426400-AC4F-4FB6-8EB8-EE82D4BC8EE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384780-057E-48B0-9BA6-F0DB4C616A13}">
      <dsp:nvSpPr>
        <dsp:cNvPr id="0" name=""/>
        <dsp:cNvSpPr/>
      </dsp:nvSpPr>
      <dsp:spPr>
        <a:xfrm>
          <a:off x="0" y="565147"/>
          <a:ext cx="5745302" cy="1043348"/>
        </a:xfrm>
        <a:prstGeom prst="roundRect">
          <a:avLst>
            <a:gd name="adj" fmla="val 10000"/>
          </a:avLst>
        </a:prstGeom>
        <a:solidFill>
          <a:srgbClr val="CCDBE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7BDBB9-62A2-4C11-92DA-EA6A065B75E0}">
      <dsp:nvSpPr>
        <dsp:cNvPr id="0" name=""/>
        <dsp:cNvSpPr/>
      </dsp:nvSpPr>
      <dsp:spPr>
        <a:xfrm>
          <a:off x="315612" y="799900"/>
          <a:ext cx="573841" cy="573841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A6C832-99C1-49EC-AD10-AFFE326D1E89}">
      <dsp:nvSpPr>
        <dsp:cNvPr id="0" name=""/>
        <dsp:cNvSpPr/>
      </dsp:nvSpPr>
      <dsp:spPr>
        <a:xfrm>
          <a:off x="1205067" y="565147"/>
          <a:ext cx="4540234" cy="1043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21" tIns="110421" rIns="110421" bIns="11042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Nodes: person entries </a:t>
          </a:r>
          <a:r>
            <a:rPr lang="en-US" sz="2500" i="1" kern="1200"/>
            <a:t>RE</a:t>
          </a:r>
          <a:endParaRPr lang="en-US" sz="2500" kern="1200"/>
        </a:p>
      </dsp:txBody>
      <dsp:txXfrm>
        <a:off x="1205067" y="565147"/>
        <a:ext cx="4540234" cy="1043348"/>
      </dsp:txXfrm>
    </dsp:sp>
    <dsp:sp modelId="{443D2E57-151F-4F47-9000-6E851D8173F4}">
      <dsp:nvSpPr>
        <dsp:cNvPr id="0" name=""/>
        <dsp:cNvSpPr/>
      </dsp:nvSpPr>
      <dsp:spPr>
        <a:xfrm>
          <a:off x="0" y="1869332"/>
          <a:ext cx="5745302" cy="10433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325F11-4DAE-4133-AA73-EDD7B18ADC67}">
      <dsp:nvSpPr>
        <dsp:cNvPr id="0" name=""/>
        <dsp:cNvSpPr/>
      </dsp:nvSpPr>
      <dsp:spPr>
        <a:xfrm>
          <a:off x="315612" y="2104085"/>
          <a:ext cx="573841" cy="5738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D143A7-F7A4-40EE-A1C4-5F7BC7A5E01B}">
      <dsp:nvSpPr>
        <dsp:cNvPr id="0" name=""/>
        <dsp:cNvSpPr/>
      </dsp:nvSpPr>
      <dsp:spPr>
        <a:xfrm>
          <a:off x="1205067" y="1869332"/>
          <a:ext cx="4540234" cy="1043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21" tIns="110421" rIns="110421" bIns="11042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Edges: </a:t>
          </a:r>
          <a:r>
            <a:rPr lang="en-US" sz="2500" kern="1200" dirty="0" err="1"/>
            <a:t>Wikisource</a:t>
          </a:r>
          <a:r>
            <a:rPr lang="en-US" sz="2500" kern="1200" dirty="0"/>
            <a:t> Interlinks</a:t>
          </a:r>
        </a:p>
      </dsp:txBody>
      <dsp:txXfrm>
        <a:off x="1205067" y="1869332"/>
        <a:ext cx="4540234" cy="10433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8BEF97-DF75-4CF0-A179-8C1B50B1D1AA}">
      <dsp:nvSpPr>
        <dsp:cNvPr id="0" name=""/>
        <dsp:cNvSpPr/>
      </dsp:nvSpPr>
      <dsp:spPr>
        <a:xfrm rot="10800000">
          <a:off x="1010347" y="1412"/>
          <a:ext cx="3396734" cy="619117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301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baseline="0" dirty="0"/>
            <a:t>Cicero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baseline="0" dirty="0"/>
            <a:t>(</a:t>
          </a:r>
          <a:r>
            <a:rPr lang="en-US" sz="1500" u="sng" kern="1200" baseline="0" dirty="0"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Tullius 29</a:t>
          </a:r>
          <a:r>
            <a:rPr lang="en-US" sz="1500" kern="1200" baseline="0" dirty="0"/>
            <a:t>, d = 732)</a:t>
          </a:r>
          <a:endParaRPr lang="en-US" sz="1500" kern="1200" dirty="0"/>
        </a:p>
      </dsp:txBody>
      <dsp:txXfrm rot="10800000">
        <a:off x="1165126" y="1412"/>
        <a:ext cx="3241955" cy="619117"/>
      </dsp:txXfrm>
    </dsp:sp>
    <dsp:sp modelId="{649D126E-7EBE-4A5A-ACB3-D8CBD4DE529A}">
      <dsp:nvSpPr>
        <dsp:cNvPr id="0" name=""/>
        <dsp:cNvSpPr/>
      </dsp:nvSpPr>
      <dsp:spPr>
        <a:xfrm>
          <a:off x="575999" y="0"/>
          <a:ext cx="619117" cy="61911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70C9071A-4395-4AA7-8A0B-F51541BE708B}">
      <dsp:nvSpPr>
        <dsp:cNvPr id="0" name=""/>
        <dsp:cNvSpPr/>
      </dsp:nvSpPr>
      <dsp:spPr>
        <a:xfrm rot="10800000">
          <a:off x="1010347" y="805341"/>
          <a:ext cx="3396734" cy="619117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301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baseline="0" dirty="0"/>
            <a:t>Pliny the Elder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baseline="0" dirty="0"/>
            <a:t>(</a:t>
          </a:r>
          <a:r>
            <a:rPr lang="en-US" sz="1500" u="sng" kern="1200" baseline="0" dirty="0"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Plinius 5</a:t>
          </a:r>
          <a:r>
            <a:rPr lang="en-US" sz="1500" kern="1200" baseline="0" dirty="0"/>
            <a:t>, d = 500)</a:t>
          </a:r>
          <a:endParaRPr lang="en-US" sz="1500" kern="1200" dirty="0"/>
        </a:p>
      </dsp:txBody>
      <dsp:txXfrm rot="10800000">
        <a:off x="1165126" y="805341"/>
        <a:ext cx="3241955" cy="619117"/>
      </dsp:txXfrm>
    </dsp:sp>
    <dsp:sp modelId="{A98B3B03-C59B-412F-8A06-C168F2102A96}">
      <dsp:nvSpPr>
        <dsp:cNvPr id="0" name=""/>
        <dsp:cNvSpPr/>
      </dsp:nvSpPr>
      <dsp:spPr>
        <a:xfrm>
          <a:off x="575999" y="798871"/>
          <a:ext cx="619117" cy="61911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D1B96F9D-9FEF-4526-B126-214F971818B7}">
      <dsp:nvSpPr>
        <dsp:cNvPr id="0" name=""/>
        <dsp:cNvSpPr/>
      </dsp:nvSpPr>
      <dsp:spPr>
        <a:xfrm rot="10800000">
          <a:off x="1010347" y="1609270"/>
          <a:ext cx="3396734" cy="619117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301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baseline="0" dirty="0"/>
            <a:t>Plutarch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baseline="0" dirty="0"/>
            <a:t>(</a:t>
          </a:r>
          <a:r>
            <a:rPr lang="en-US" sz="1500" u="sng" kern="1200" baseline="0" dirty="0" err="1">
              <a:hlinkClick xmlns:r="http://schemas.openxmlformats.org/officeDocument/2006/relationships"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Plutarchos</a:t>
          </a:r>
          <a:r>
            <a:rPr lang="en-US" sz="1500" u="sng" kern="1200" baseline="0" dirty="0">
              <a:hlinkClick xmlns:r="http://schemas.openxmlformats.org/officeDocument/2006/relationships"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2</a:t>
          </a:r>
          <a:r>
            <a:rPr lang="en-US" sz="1500" kern="1200" baseline="0" dirty="0"/>
            <a:t>, d = 474)</a:t>
          </a:r>
          <a:endParaRPr lang="en-US" sz="1500" kern="1200" dirty="0"/>
        </a:p>
      </dsp:txBody>
      <dsp:txXfrm rot="10800000">
        <a:off x="1165126" y="1609270"/>
        <a:ext cx="3241955" cy="619117"/>
      </dsp:txXfrm>
    </dsp:sp>
    <dsp:sp modelId="{93EFF808-418A-4AB5-BFE3-92234D0DE736}">
      <dsp:nvSpPr>
        <dsp:cNvPr id="0" name=""/>
        <dsp:cNvSpPr/>
      </dsp:nvSpPr>
      <dsp:spPr>
        <a:xfrm>
          <a:off x="575999" y="1596881"/>
          <a:ext cx="619117" cy="61911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C226BF1-20E9-4CFC-8161-3F609D35143C}">
      <dsp:nvSpPr>
        <dsp:cNvPr id="0" name=""/>
        <dsp:cNvSpPr/>
      </dsp:nvSpPr>
      <dsp:spPr>
        <a:xfrm rot="10800000">
          <a:off x="1010347" y="2413198"/>
          <a:ext cx="3396734" cy="619117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301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baseline="0" dirty="0"/>
            <a:t>emperor Augustus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baseline="0" dirty="0"/>
            <a:t>(</a:t>
          </a:r>
          <a:r>
            <a:rPr lang="en-US" sz="1500" u="sng" kern="1200" baseline="0" dirty="0" err="1"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Iulius</a:t>
          </a:r>
          <a:r>
            <a:rPr lang="en-US" sz="1500" u="sng" kern="1200" baseline="0" dirty="0"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132</a:t>
          </a:r>
          <a:r>
            <a:rPr lang="en-US" sz="1500" kern="1200" baseline="0" dirty="0"/>
            <a:t>, d = 450)</a:t>
          </a:r>
          <a:endParaRPr lang="en-US" sz="1500" kern="1200" dirty="0"/>
        </a:p>
      </dsp:txBody>
      <dsp:txXfrm rot="10800000">
        <a:off x="1165126" y="2413198"/>
        <a:ext cx="3241955" cy="619117"/>
      </dsp:txXfrm>
    </dsp:sp>
    <dsp:sp modelId="{5AD30228-0E26-4C2D-92B5-C442F4E5A9F8}">
      <dsp:nvSpPr>
        <dsp:cNvPr id="0" name=""/>
        <dsp:cNvSpPr/>
      </dsp:nvSpPr>
      <dsp:spPr>
        <a:xfrm>
          <a:off x="575999" y="2421990"/>
          <a:ext cx="619117" cy="61911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AA9B3BB5-A9E2-4202-BAC7-743ACFCE2DE4}">
      <dsp:nvSpPr>
        <dsp:cNvPr id="0" name=""/>
        <dsp:cNvSpPr/>
      </dsp:nvSpPr>
      <dsp:spPr>
        <a:xfrm rot="10800000">
          <a:off x="1010347" y="3217127"/>
          <a:ext cx="3396734" cy="619117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301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baseline="0" dirty="0"/>
            <a:t>Cassius Dio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baseline="0" dirty="0"/>
            <a:t>(</a:t>
          </a:r>
          <a:r>
            <a:rPr lang="en-US" sz="1500" u="sng" kern="1200" baseline="0" dirty="0">
              <a:hlinkClick xmlns:r="http://schemas.openxmlformats.org/officeDocument/2006/relationships"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Cassius 40</a:t>
          </a:r>
          <a:r>
            <a:rPr lang="en-US" sz="1500" kern="1200" baseline="0" dirty="0"/>
            <a:t>, d = 443)</a:t>
          </a:r>
          <a:endParaRPr lang="en-US" sz="1500" kern="1200" dirty="0"/>
        </a:p>
      </dsp:txBody>
      <dsp:txXfrm rot="10800000">
        <a:off x="1165126" y="3217127"/>
        <a:ext cx="3241955" cy="619117"/>
      </dsp:txXfrm>
    </dsp:sp>
    <dsp:sp modelId="{7DFFC980-00BC-450D-A80B-8DB1ED112AAC}">
      <dsp:nvSpPr>
        <dsp:cNvPr id="0" name=""/>
        <dsp:cNvSpPr/>
      </dsp:nvSpPr>
      <dsp:spPr>
        <a:xfrm>
          <a:off x="575999" y="3206150"/>
          <a:ext cx="619117" cy="61911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8BEF97-DF75-4CF0-A179-8C1B50B1D1AA}">
      <dsp:nvSpPr>
        <dsp:cNvPr id="0" name=""/>
        <dsp:cNvSpPr/>
      </dsp:nvSpPr>
      <dsp:spPr>
        <a:xfrm rot="10800000">
          <a:off x="1010347" y="1412"/>
          <a:ext cx="3396734" cy="619117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301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emperor Vespasian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(</a:t>
          </a:r>
          <a:r>
            <a:rPr lang="en-US" sz="1500" u="sng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Flavius 206</a:t>
          </a:r>
          <a:r>
            <a:rPr lang="en-US" sz="1500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, </a:t>
          </a:r>
          <a:r>
            <a:rPr lang="nl-NL" sz="1500" kern="1200" dirty="0" err="1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rPr>
            <a:t>d</a:t>
          </a:r>
          <a:r>
            <a:rPr lang="nl-NL" sz="1500" kern="1200" baseline="-25000" dirty="0" err="1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rPr>
            <a:t>out</a:t>
          </a:r>
          <a:r>
            <a:rPr lang="en-US" sz="1500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 = 108)</a:t>
          </a:r>
          <a:endParaRPr lang="en-US" sz="1500" kern="1200" dirty="0">
            <a:solidFill>
              <a:schemeClr val="bg1"/>
            </a:solidFill>
          </a:endParaRPr>
        </a:p>
      </dsp:txBody>
      <dsp:txXfrm rot="10800000">
        <a:off x="1165126" y="1412"/>
        <a:ext cx="3241955" cy="619117"/>
      </dsp:txXfrm>
    </dsp:sp>
    <dsp:sp modelId="{649D126E-7EBE-4A5A-ACB3-D8CBD4DE529A}">
      <dsp:nvSpPr>
        <dsp:cNvPr id="0" name=""/>
        <dsp:cNvSpPr/>
      </dsp:nvSpPr>
      <dsp:spPr>
        <a:xfrm>
          <a:off x="700789" y="1412"/>
          <a:ext cx="619117" cy="61911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1932B128-389D-4FCE-B377-2E1FD763F406}">
      <dsp:nvSpPr>
        <dsp:cNvPr id="0" name=""/>
        <dsp:cNvSpPr/>
      </dsp:nvSpPr>
      <dsp:spPr>
        <a:xfrm rot="10800000">
          <a:off x="1010347" y="805341"/>
          <a:ext cx="3396734" cy="619117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301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Eratosthenes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(</a:t>
          </a:r>
          <a:r>
            <a:rPr lang="en-US" sz="1500" u="sng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Eratosthenes 4</a:t>
          </a:r>
          <a:r>
            <a:rPr lang="en-US" sz="1500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, </a:t>
          </a:r>
          <a:r>
            <a:rPr lang="nl-NL" sz="1500" kern="1200" dirty="0" err="1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rPr>
            <a:t>d</a:t>
          </a:r>
          <a:r>
            <a:rPr lang="nl-NL" sz="1500" kern="1200" baseline="-25000" dirty="0" err="1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rPr>
            <a:t>out</a:t>
          </a:r>
          <a:r>
            <a:rPr lang="en-US" sz="1500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 = 107)</a:t>
          </a:r>
        </a:p>
      </dsp:txBody>
      <dsp:txXfrm rot="10800000">
        <a:off x="1165126" y="805341"/>
        <a:ext cx="3241955" cy="619117"/>
      </dsp:txXfrm>
    </dsp:sp>
    <dsp:sp modelId="{3BCD579A-47F7-4242-8B6B-DD6EE4F782B4}">
      <dsp:nvSpPr>
        <dsp:cNvPr id="0" name=""/>
        <dsp:cNvSpPr/>
      </dsp:nvSpPr>
      <dsp:spPr>
        <a:xfrm>
          <a:off x="700789" y="805341"/>
          <a:ext cx="619117" cy="61911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2508978B-3961-4DC6-9BCD-AF3316545455}">
      <dsp:nvSpPr>
        <dsp:cNvPr id="0" name=""/>
        <dsp:cNvSpPr/>
      </dsp:nvSpPr>
      <dsp:spPr>
        <a:xfrm rot="10800000">
          <a:off x="1010347" y="1609270"/>
          <a:ext cx="3396734" cy="619117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301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latin typeface="+mj-lt"/>
              <a:ea typeface="Calibri" panose="020F0502020204030204" pitchFamily="34" charset="0"/>
            </a:rPr>
            <a:t>e</a:t>
          </a:r>
          <a:r>
            <a:rPr lang="en-US" sz="1500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mperor Domitian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(</a:t>
          </a:r>
          <a:r>
            <a:rPr lang="en-US" sz="1500" u="sng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  <a:hlinkClick xmlns:r="http://schemas.openxmlformats.org/officeDocument/2006/relationships"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Flavius 77</a:t>
          </a:r>
          <a:r>
            <a:rPr lang="en-US" sz="1500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, </a:t>
          </a:r>
          <a:r>
            <a:rPr lang="nl-NL" sz="1500" kern="1200" dirty="0" err="1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rPr>
            <a:t>d</a:t>
          </a:r>
          <a:r>
            <a:rPr lang="nl-NL" sz="1500" kern="1200" baseline="-25000" dirty="0" err="1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rPr>
            <a:t>out</a:t>
          </a:r>
          <a:r>
            <a:rPr lang="en-US" sz="1500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 = 105)</a:t>
          </a:r>
        </a:p>
      </dsp:txBody>
      <dsp:txXfrm rot="10800000">
        <a:off x="1165126" y="1609270"/>
        <a:ext cx="3241955" cy="619117"/>
      </dsp:txXfrm>
    </dsp:sp>
    <dsp:sp modelId="{8035C3E5-2052-495D-A651-D5CF0FC1DD1C}">
      <dsp:nvSpPr>
        <dsp:cNvPr id="0" name=""/>
        <dsp:cNvSpPr/>
      </dsp:nvSpPr>
      <dsp:spPr>
        <a:xfrm>
          <a:off x="700789" y="1609270"/>
          <a:ext cx="619117" cy="61911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A844C57C-19EA-41DB-9540-501769C33E4C}">
      <dsp:nvSpPr>
        <dsp:cNvPr id="0" name=""/>
        <dsp:cNvSpPr/>
      </dsp:nvSpPr>
      <dsp:spPr>
        <a:xfrm rot="10800000">
          <a:off x="1010347" y="2413198"/>
          <a:ext cx="3396734" cy="619117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301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emperor Claudius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(</a:t>
          </a:r>
          <a:r>
            <a:rPr lang="en-US" sz="1500" u="sng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Claudius 256</a:t>
          </a:r>
          <a:r>
            <a:rPr lang="en-US" sz="1500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, </a:t>
          </a:r>
          <a:r>
            <a:rPr lang="nl-NL" sz="1500" kern="1200" dirty="0" err="1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rPr>
            <a:t>d</a:t>
          </a:r>
          <a:r>
            <a:rPr lang="nl-NL" sz="1500" kern="1200" baseline="-25000" dirty="0" err="1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rPr>
            <a:t>out</a:t>
          </a:r>
          <a:r>
            <a:rPr lang="en-US" sz="1500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 = 103)</a:t>
          </a:r>
        </a:p>
      </dsp:txBody>
      <dsp:txXfrm rot="10800000">
        <a:off x="1165126" y="2413198"/>
        <a:ext cx="3241955" cy="619117"/>
      </dsp:txXfrm>
    </dsp:sp>
    <dsp:sp modelId="{26B3A0B6-48E8-4B11-80EA-331A37748909}">
      <dsp:nvSpPr>
        <dsp:cNvPr id="0" name=""/>
        <dsp:cNvSpPr/>
      </dsp:nvSpPr>
      <dsp:spPr>
        <a:xfrm>
          <a:off x="700789" y="2413198"/>
          <a:ext cx="619117" cy="61911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013A3F57-D5F7-44B0-9F19-C8B462ACE4C7}">
      <dsp:nvSpPr>
        <dsp:cNvPr id="0" name=""/>
        <dsp:cNvSpPr/>
      </dsp:nvSpPr>
      <dsp:spPr>
        <a:xfrm rot="10800000">
          <a:off x="1010347" y="3217127"/>
          <a:ext cx="3396734" cy="619117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301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emperor Augustus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(</a:t>
          </a:r>
          <a:r>
            <a:rPr lang="en-US" sz="1500" u="sng" kern="1200" dirty="0" err="1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  <a:hlinkClick xmlns:r="http://schemas.openxmlformats.org/officeDocument/2006/relationships"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Iulius</a:t>
          </a:r>
          <a:r>
            <a:rPr lang="en-US" sz="1500" u="sng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  <a:hlinkClick xmlns:r="http://schemas.openxmlformats.org/officeDocument/2006/relationships"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132</a:t>
          </a:r>
          <a:r>
            <a:rPr lang="en-US" sz="1500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, </a:t>
          </a:r>
          <a:r>
            <a:rPr lang="nl-NL" sz="1500" kern="1200" dirty="0" err="1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rPr>
            <a:t>d</a:t>
          </a:r>
          <a:r>
            <a:rPr lang="nl-NL" sz="1500" kern="1200" baseline="-25000" dirty="0" err="1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rPr>
            <a:t>out</a:t>
          </a:r>
          <a:r>
            <a:rPr lang="en-US" sz="1500" kern="1200" dirty="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</a:rPr>
            <a:t> = 99)</a:t>
          </a:r>
          <a:endParaRPr lang="en-US" sz="1500" kern="1200" dirty="0">
            <a:solidFill>
              <a:schemeClr val="bg1"/>
            </a:solidFill>
            <a:latin typeface="+mj-lt"/>
            <a:ea typeface="Calibri" panose="020F0502020204030204" pitchFamily="34" charset="0"/>
          </a:endParaRPr>
        </a:p>
      </dsp:txBody>
      <dsp:txXfrm rot="10800000">
        <a:off x="1165126" y="3217127"/>
        <a:ext cx="3241955" cy="619117"/>
      </dsp:txXfrm>
    </dsp:sp>
    <dsp:sp modelId="{9864B41C-CB9E-4349-8BE0-6408E29B1FF3}">
      <dsp:nvSpPr>
        <dsp:cNvPr id="0" name=""/>
        <dsp:cNvSpPr/>
      </dsp:nvSpPr>
      <dsp:spPr>
        <a:xfrm>
          <a:off x="700789" y="3217127"/>
          <a:ext cx="619117" cy="61911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D37A82-83D1-4E0E-8518-0BF4448C4E17}">
      <dsp:nvSpPr>
        <dsp:cNvPr id="0" name=""/>
        <dsp:cNvSpPr/>
      </dsp:nvSpPr>
      <dsp:spPr>
        <a:xfrm>
          <a:off x="0" y="2331"/>
          <a:ext cx="7069015" cy="118186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6B1CEB-47AB-499C-98E9-78711EBC8182}">
      <dsp:nvSpPr>
        <dsp:cNvPr id="0" name=""/>
        <dsp:cNvSpPr/>
      </dsp:nvSpPr>
      <dsp:spPr>
        <a:xfrm>
          <a:off x="357512" y="268250"/>
          <a:ext cx="650023" cy="650023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20DC51-C213-4626-B453-42CE8F2F3B3D}">
      <dsp:nvSpPr>
        <dsp:cNvPr id="0" name=""/>
        <dsp:cNvSpPr/>
      </dsp:nvSpPr>
      <dsp:spPr>
        <a:xfrm>
          <a:off x="1365048" y="2331"/>
          <a:ext cx="5703966" cy="1181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080" tIns="125080" rIns="125080" bIns="12508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Automated approach </a:t>
          </a:r>
          <a:r>
            <a:rPr lang="en-US" sz="1500" kern="1200" dirty="0"/>
            <a:t>for edge qualification</a:t>
          </a:r>
        </a:p>
      </dsp:txBody>
      <dsp:txXfrm>
        <a:off x="1365048" y="2331"/>
        <a:ext cx="5703966" cy="1181860"/>
      </dsp:txXfrm>
    </dsp:sp>
    <dsp:sp modelId="{3DCC5928-3E7A-46C7-8B6B-478FDED2A588}">
      <dsp:nvSpPr>
        <dsp:cNvPr id="0" name=""/>
        <dsp:cNvSpPr/>
      </dsp:nvSpPr>
      <dsp:spPr>
        <a:xfrm>
          <a:off x="0" y="1479657"/>
          <a:ext cx="7069015" cy="118186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362B59-0E0D-486D-8A83-378AAFF6BA6E}">
      <dsp:nvSpPr>
        <dsp:cNvPr id="0" name=""/>
        <dsp:cNvSpPr/>
      </dsp:nvSpPr>
      <dsp:spPr>
        <a:xfrm>
          <a:off x="357512" y="1745576"/>
          <a:ext cx="650023" cy="6500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12E97B-76E2-49E8-83E2-FC75DCC93CBD}">
      <dsp:nvSpPr>
        <dsp:cNvPr id="0" name=""/>
        <dsp:cNvSpPr/>
      </dsp:nvSpPr>
      <dsp:spPr>
        <a:xfrm>
          <a:off x="1365048" y="1479657"/>
          <a:ext cx="5703966" cy="1181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080" tIns="125080" rIns="125080" bIns="12508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Link prediction</a:t>
          </a:r>
          <a:r>
            <a:rPr lang="en-US" sz="1500" kern="1200" dirty="0"/>
            <a:t>: based on existing edges, what other edges can be </a:t>
          </a:r>
          <a:r>
            <a:rPr lang="en-US" sz="1500" kern="1200"/>
            <a:t>predicted?</a:t>
          </a:r>
          <a:endParaRPr lang="en-US" sz="1500" kern="1200" dirty="0"/>
        </a:p>
      </dsp:txBody>
      <dsp:txXfrm>
        <a:off x="1365048" y="1479657"/>
        <a:ext cx="5703966" cy="1181860"/>
      </dsp:txXfrm>
    </dsp:sp>
    <dsp:sp modelId="{C30587C2-E1D5-4DCC-9B78-2F46B889DB9A}">
      <dsp:nvSpPr>
        <dsp:cNvPr id="0" name=""/>
        <dsp:cNvSpPr/>
      </dsp:nvSpPr>
      <dsp:spPr>
        <a:xfrm>
          <a:off x="0" y="2956983"/>
          <a:ext cx="7069015" cy="118186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1AFA09-3906-485C-8AD5-B842052500BF}">
      <dsp:nvSpPr>
        <dsp:cNvPr id="0" name=""/>
        <dsp:cNvSpPr/>
      </dsp:nvSpPr>
      <dsp:spPr>
        <a:xfrm>
          <a:off x="357512" y="3222901"/>
          <a:ext cx="650023" cy="6500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F2ADF9-AD4D-4A46-8F7E-48A8C7808803}">
      <dsp:nvSpPr>
        <dsp:cNvPr id="0" name=""/>
        <dsp:cNvSpPr/>
      </dsp:nvSpPr>
      <dsp:spPr>
        <a:xfrm>
          <a:off x="1365048" y="2956983"/>
          <a:ext cx="5703966" cy="1181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080" tIns="125080" rIns="125080" bIns="12508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Influence of different categories on the network</a:t>
          </a:r>
          <a:r>
            <a:rPr lang="en-US" sz="1500" kern="1200" dirty="0"/>
            <a:t>: what is the influence of removing a certain category of edges, e.g. familial, from the network on network structure and properties?</a:t>
          </a:r>
        </a:p>
      </dsp:txBody>
      <dsp:txXfrm>
        <a:off x="1365048" y="2956983"/>
        <a:ext cx="5703966" cy="1181860"/>
      </dsp:txXfrm>
    </dsp:sp>
    <dsp:sp modelId="{C176C3C3-CD4A-476B-A8B1-4E11F952CE5A}">
      <dsp:nvSpPr>
        <dsp:cNvPr id="0" name=""/>
        <dsp:cNvSpPr/>
      </dsp:nvSpPr>
      <dsp:spPr>
        <a:xfrm>
          <a:off x="0" y="4434308"/>
          <a:ext cx="7069015" cy="118186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0B86BC-D7F2-4361-8C77-B0FDE104E75B}">
      <dsp:nvSpPr>
        <dsp:cNvPr id="0" name=""/>
        <dsp:cNvSpPr/>
      </dsp:nvSpPr>
      <dsp:spPr>
        <a:xfrm>
          <a:off x="357512" y="4700227"/>
          <a:ext cx="650023" cy="6500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26400-AC4F-4FB6-8EB8-EE82D4BC8EE4}">
      <dsp:nvSpPr>
        <dsp:cNvPr id="0" name=""/>
        <dsp:cNvSpPr/>
      </dsp:nvSpPr>
      <dsp:spPr>
        <a:xfrm>
          <a:off x="1365048" y="4434308"/>
          <a:ext cx="5703966" cy="1181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080" tIns="125080" rIns="125080" bIns="12508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From the NIKAW - project perspective</a:t>
          </a:r>
          <a:r>
            <a:rPr lang="en-US" sz="1500" kern="1200" dirty="0"/>
            <a:t>: how can a networked version of the </a:t>
          </a:r>
          <a:r>
            <a:rPr lang="en-US" sz="1500" i="1" kern="1200" dirty="0"/>
            <a:t>RE </a:t>
          </a:r>
          <a:r>
            <a:rPr lang="en-US" sz="1500" kern="1200" dirty="0"/>
            <a:t>improve Named Entity Linking in Ancient Greek and Latin texts?</a:t>
          </a:r>
        </a:p>
      </dsp:txBody>
      <dsp:txXfrm>
        <a:off x="1365048" y="4434308"/>
        <a:ext cx="5703966" cy="11818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91CCF-F6FD-734B-854A-5BC033593B1E}" type="datetimeFigureOut">
              <a:rPr lang="nl-NL" smtClean="0"/>
              <a:t>3-6-2024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66214-DB21-4647-B5DA-0D17CA592867}" type="datetimeFigureOut">
              <a:rPr lang="nl-NL" smtClean="0"/>
              <a:t>3-6-2024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10" name="Rechthoek 9"/>
          <p:cNvSpPr/>
          <p:nvPr userDrawn="1"/>
        </p:nvSpPr>
        <p:spPr>
          <a:xfrm>
            <a:off x="0" y="648000"/>
            <a:ext cx="12193200" cy="621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 userDrawn="1"/>
        </p:nvSpPr>
        <p:spPr>
          <a:xfrm>
            <a:off x="0" y="647998"/>
            <a:ext cx="12193200" cy="445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9" name="Afbeelding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75999" y="1080000"/>
            <a:ext cx="6096524" cy="4024798"/>
          </a:xfrm>
        </p:spPr>
        <p:txBody>
          <a:bodyPr anchor="ctr" anchorCtr="0">
            <a:normAutofit/>
          </a:bodyPr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575999" y="5392801"/>
            <a:ext cx="6096524" cy="730188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248525" y="1654175"/>
            <a:ext cx="4368673" cy="44688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8617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4203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EAD95-F101-4CD2-8321-102146A8D72F}" type="datetime1">
              <a:rPr lang="nl-BE" smtClean="0"/>
              <a:t>3/06/2024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Faculty of Arts, NIKAW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524" cy="2386800"/>
          </a:xfrm>
        </p:spPr>
        <p:txBody>
          <a:bodyPr anchor="b"/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9F0E-5A16-4EAE-B7BF-056DACFF3BFF}" type="datetime1">
              <a:rPr lang="nl-BE" smtClean="0"/>
              <a:t>3/06/2024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Faculty of Arts, NIKAW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2376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248262" y="3248513"/>
            <a:ext cx="4368673" cy="2376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420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264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14009-B2C3-4C8D-A02C-2C2E5CDD1FE7}" type="datetime1">
              <a:rPr lang="nl-BE" smtClean="0"/>
              <a:t>3/06/2024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Faculty of Arts, NIKAW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504031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 userDrawn="1">
          <p15:clr>
            <a:srgbClr val="FBAE40"/>
          </p15:clr>
        </p15:guide>
        <p15:guide id="2" pos="4203" userDrawn="1">
          <p15:clr>
            <a:srgbClr val="FBAE40"/>
          </p15:clr>
        </p15:guide>
        <p15:guide id="3" orient="horz" pos="36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CB0D7-F8A0-47D0-A2A8-4781EFFCA790}" type="datetime1">
              <a:rPr lang="nl-BE" smtClean="0"/>
              <a:t>3/06/2024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Faculty of Arts, NIKAW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Tijdelijke aanduiding voor tekst 2"/>
          <p:cNvSpPr>
            <a:spLocks noGrp="1"/>
          </p:cNvSpPr>
          <p:nvPr>
            <p:ph idx="1"/>
          </p:nvPr>
        </p:nvSpPr>
        <p:spPr>
          <a:xfrm>
            <a:off x="576000" y="1656000"/>
            <a:ext cx="54000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6217200" y="1656000"/>
            <a:ext cx="5400000" cy="4464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5958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5421575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76000" y="2276271"/>
            <a:ext cx="5421575" cy="383765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56000"/>
            <a:ext cx="5445000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276271"/>
            <a:ext cx="5445000" cy="383765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BA98-4A90-4820-AA40-A0BD4E2E1CF0}" type="datetime1">
              <a:rPr lang="nl-BE" smtClean="0"/>
              <a:t>3/06/2024</a:t>
            </a:fld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Faculty of Arts, NIKAW</a:t>
            </a:r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8400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F90A-2755-4DD0-BD82-EF1649280868}" type="datetime1">
              <a:rPr lang="nl-BE" smtClean="0"/>
              <a:t>3/06/2024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Faculty of Arts, NIKAW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6631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A22-188A-4BDF-B799-A1DD7358CC31}" type="datetime1">
              <a:rPr lang="nl-BE" smtClean="0"/>
              <a:t>3/06/2024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Faculty of Arts, NIKAW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772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Sl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/>
          <p:cNvSpPr/>
          <p:nvPr userDrawn="1"/>
        </p:nvSpPr>
        <p:spPr>
          <a:xfrm>
            <a:off x="0" y="0"/>
            <a:ext cx="12193200" cy="6209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9120" y="510988"/>
            <a:ext cx="11039793" cy="5184424"/>
          </a:xfrm>
        </p:spPr>
        <p:txBody>
          <a:bodyPr anchor="ctr" anchorCtr="0">
            <a:noAutofit/>
          </a:bodyPr>
          <a:lstStyle>
            <a:lvl1pPr algn="ctr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2F34-991A-4C4A-B005-81A2B8963EA8}" type="datetime1">
              <a:rPr lang="nl-BE" smtClean="0"/>
              <a:t>3/06/2024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Faculty of Arts, NIKAW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/>
        </p:nvSpPr>
        <p:spPr>
          <a:xfrm>
            <a:off x="0" y="647998"/>
            <a:ext cx="12193200" cy="6210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1350253"/>
            <a:ext cx="4648209" cy="5507747"/>
          </a:xfrm>
          <a:prstGeom prst="rect">
            <a:avLst/>
          </a:prstGeom>
        </p:spPr>
      </p:pic>
      <p:sp>
        <p:nvSpPr>
          <p:cNvPr id="12" name="Ondertitel 2"/>
          <p:cNvSpPr>
            <a:spLocks noGrp="1"/>
          </p:cNvSpPr>
          <p:nvPr>
            <p:ph type="subTitle" idx="1"/>
          </p:nvPr>
        </p:nvSpPr>
        <p:spPr>
          <a:xfrm>
            <a:off x="576003" y="4359604"/>
            <a:ext cx="8333999" cy="1655999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NL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6000" y="1800000"/>
            <a:ext cx="8334000" cy="23868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320380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8C9AC-F31E-4442-ADFB-530B2209CF4C}" type="datetime1">
              <a:rPr lang="nl-BE" smtClean="0"/>
              <a:t>3/06/2024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Faculty of Arts, NIKAW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‹nr.›</a:t>
            </a:fld>
            <a:endParaRPr lang="nl-NL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 baseline="0">
                <a:solidFill>
                  <a:srgbClr val="1D8DB0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10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005E77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322770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339A-8AC4-4041-89F3-D5525E5724C0}" type="datetime1">
              <a:rPr lang="nl-BE" smtClean="0"/>
              <a:t>3/06/2024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Faculty of Arts, NIKAW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‹nr.›</a:t>
            </a:fld>
            <a:endParaRPr lang="nl-N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nl-NL" dirty="0"/>
              <a:t>Klik om de stijl te bewerken</a:t>
            </a:r>
          </a:p>
        </p:txBody>
      </p:sp>
      <p:sp>
        <p:nvSpPr>
          <p:cNvPr id="9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2F4D5D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270691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8" name="Afbeelding 7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07036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226EE50B-FAC2-4E2E-AE9C-93728A76DDF5}" type="datetime1">
              <a:rPr lang="nl-BE" smtClean="0"/>
              <a:t>3/06/2024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nl-NL"/>
              <a:t>Faculty of Arts, NIKAW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61" r:id="rId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2" userDrawn="1">
          <p15:clr>
            <a:srgbClr val="F26B43"/>
          </p15:clr>
        </p15:guide>
        <p15:guide id="2" pos="7319" userDrawn="1">
          <p15:clr>
            <a:srgbClr val="F26B43"/>
          </p15:clr>
        </p15:guide>
        <p15:guide id="3" orient="horz" pos="3857" userDrawn="1">
          <p15:clr>
            <a:srgbClr val="F26B43"/>
          </p15:clr>
        </p15:guide>
        <p15:guide id="4" pos="36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16000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E3D6E26B-C68E-4CDD-8070-2F081EF7158F}" type="datetime1">
              <a:rPr lang="nl-BE" smtClean="0"/>
              <a:t>3/06/2024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nl-NL"/>
              <a:t>Faculty of Arts, NIKAW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3252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kuleuven.be/portal/en/project/3H220323" TargetMode="External"/><Relationship Id="rId2" Type="http://schemas.openxmlformats.org/officeDocument/2006/relationships/hyperlink" Target="mailto:evelien.degraaf@kuleuven.be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8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source.org/wiki/RE:Abas_3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image" Target="../media/image16.png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image" Target="../media/image15.png"/><Relationship Id="rId2" Type="http://schemas.openxmlformats.org/officeDocument/2006/relationships/diagramData" Target="../diagrams/data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5" Type="http://schemas.openxmlformats.org/officeDocument/2006/relationships/image" Target="../media/image18.png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de.wikisource.org/wiki/RE:Daseatas" TargetMode="External"/><Relationship Id="rId3" Type="http://schemas.openxmlformats.org/officeDocument/2006/relationships/hyperlink" Target="https://de.wikisource.org/wiki/RE:Velius_8" TargetMode="External"/><Relationship Id="rId7" Type="http://schemas.openxmlformats.org/officeDocument/2006/relationships/hyperlink" Target="https://de.wikisource.org/wiki/Paulys_Realencyclop%C3%A4die_der_classischen_Altertumswissenschaft/Register/p#Pausanias_16" TargetMode="External"/><Relationship Id="rId2" Type="http://schemas.openxmlformats.org/officeDocument/2006/relationships/hyperlink" Target="https://de.wikisource.org/wiki/RE:Cornelius_36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.wikisource.org/wiki/RE:Annaeus_16" TargetMode="External"/><Relationship Id="rId5" Type="http://schemas.openxmlformats.org/officeDocument/2006/relationships/hyperlink" Target="https://de.wikisource.org/wiki/RE:Iulius_154" TargetMode="External"/><Relationship Id="rId4" Type="http://schemas.openxmlformats.org/officeDocument/2006/relationships/hyperlink" Target="https://de.wikisource.org/wiki/RE:Butas_3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effectLst/>
                <a:latin typeface="+mj-lt"/>
                <a:ea typeface="Calibri" panose="020F0502020204030204" pitchFamily="34" charset="0"/>
              </a:rPr>
              <a:t>Networking </a:t>
            </a:r>
            <a:r>
              <a:rPr lang="en-US" sz="2400" b="1" i="1" dirty="0" err="1">
                <a:effectLst/>
                <a:latin typeface="+mj-lt"/>
                <a:ea typeface="Calibri" panose="020F0502020204030204" pitchFamily="34" charset="0"/>
              </a:rPr>
              <a:t>Paulys</a:t>
            </a:r>
            <a:r>
              <a:rPr lang="en-US" sz="2400" b="1" i="1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2400" b="1" i="1" dirty="0" err="1">
                <a:effectLst/>
                <a:latin typeface="+mj-lt"/>
                <a:ea typeface="Calibri" panose="020F0502020204030204" pitchFamily="34" charset="0"/>
              </a:rPr>
              <a:t>Realencyclopädie</a:t>
            </a:r>
            <a:r>
              <a:rPr lang="en-US" sz="2400" b="1" dirty="0">
                <a:effectLst/>
                <a:latin typeface="+mj-lt"/>
                <a:ea typeface="Calibri" panose="020F0502020204030204" pitchFamily="34" charset="0"/>
              </a:rPr>
              <a:t>:</a:t>
            </a:r>
            <a:r>
              <a:rPr lang="en-US" sz="2400" b="1" i="1" dirty="0">
                <a:effectLst/>
                <a:latin typeface="+mj-lt"/>
                <a:ea typeface="Calibri" panose="020F0502020204030204" pitchFamily="34" charset="0"/>
              </a:rPr>
              <a:t> </a:t>
            </a:r>
            <a:br>
              <a:rPr lang="en-US" sz="2400" b="1" i="1" dirty="0">
                <a:effectLst/>
                <a:latin typeface="+mj-lt"/>
                <a:ea typeface="Calibri" panose="020F0502020204030204" pitchFamily="34" charset="0"/>
              </a:rPr>
            </a:br>
            <a:r>
              <a:rPr lang="en-US" sz="2400" b="1" dirty="0">
                <a:effectLst/>
                <a:latin typeface="+mj-lt"/>
                <a:ea typeface="Calibri" panose="020F0502020204030204" pitchFamily="34" charset="0"/>
              </a:rPr>
              <a:t>Exploring Relations in the Ancient World through </a:t>
            </a:r>
            <a:r>
              <a:rPr lang="en-US" sz="2400" b="1" dirty="0" err="1">
                <a:effectLst/>
                <a:latin typeface="+mj-lt"/>
                <a:ea typeface="Calibri" panose="020F0502020204030204" pitchFamily="34" charset="0"/>
              </a:rPr>
              <a:t>Wikisource</a:t>
            </a:r>
            <a:r>
              <a:rPr lang="en-US" sz="2400" b="1" dirty="0">
                <a:effectLst/>
                <a:latin typeface="+mj-lt"/>
                <a:ea typeface="Calibri" panose="020F0502020204030204" pitchFamily="34" charset="0"/>
              </a:rPr>
              <a:t>-interlinks</a:t>
            </a:r>
            <a:endParaRPr lang="nl-NL" sz="4800" dirty="0">
              <a:latin typeface="+mj-lt"/>
            </a:endParaRPr>
          </a:p>
        </p:txBody>
      </p:sp>
      <p:sp>
        <p:nvSpPr>
          <p:cNvPr id="9" name="Ondertitel 8"/>
          <p:cNvSpPr>
            <a:spLocks noGrp="1"/>
          </p:cNvSpPr>
          <p:nvPr>
            <p:ph type="subTitle" idx="1"/>
          </p:nvPr>
        </p:nvSpPr>
        <p:spPr>
          <a:xfrm>
            <a:off x="575999" y="5392801"/>
            <a:ext cx="6096524" cy="1173462"/>
          </a:xfrm>
        </p:spPr>
        <p:txBody>
          <a:bodyPr>
            <a:normAutofit fontScale="70000" lnSpcReduction="20000"/>
          </a:bodyPr>
          <a:lstStyle/>
          <a:p>
            <a:r>
              <a:rPr lang="nl-NL" dirty="0">
                <a:hlinkClick r:id="rId2"/>
              </a:rPr>
              <a:t>Evelien de Graaf</a:t>
            </a:r>
            <a:endParaRPr lang="nl-NL" dirty="0"/>
          </a:p>
          <a:p>
            <a:r>
              <a:rPr lang="nl-NL" dirty="0"/>
              <a:t>Bart Thijs</a:t>
            </a:r>
          </a:p>
          <a:p>
            <a:r>
              <a:rPr lang="nl-NL" dirty="0"/>
              <a:t>Part of KU Leuven </a:t>
            </a:r>
            <a:r>
              <a:rPr lang="nl-NL" dirty="0" err="1"/>
              <a:t>funded</a:t>
            </a:r>
            <a:r>
              <a:rPr lang="nl-NL" dirty="0"/>
              <a:t> </a:t>
            </a:r>
            <a:r>
              <a:rPr lang="en-US" dirty="0">
                <a:hlinkClick r:id="rId3"/>
              </a:rPr>
              <a:t>NIKAW project</a:t>
            </a:r>
            <a:r>
              <a:rPr lang="en-US" dirty="0"/>
              <a:t> (Networks of Ideas and Knowledge in the Ancient World)</a:t>
            </a:r>
            <a:endParaRPr lang="nl-NL" dirty="0"/>
          </a:p>
        </p:txBody>
      </p:sp>
      <p:pic>
        <p:nvPicPr>
          <p:cNvPr id="3" name="Tijdelijke aanduiding voor afbeelding 2">
            <a:extLst>
              <a:ext uri="{FF2B5EF4-FFF2-40B4-BE49-F238E27FC236}">
                <a16:creationId xmlns:a16="http://schemas.microsoft.com/office/drawing/2014/main" id="{956D851E-F9E2-59E9-3A7A-D744C1584D8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4"/>
          <a:srcRect l="-122" r="-24"/>
          <a:stretch/>
        </p:blipFill>
        <p:spPr>
          <a:xfrm>
            <a:off x="6844145" y="1654175"/>
            <a:ext cx="5172364" cy="4468813"/>
          </a:xfrm>
        </p:spPr>
      </p:pic>
    </p:spTree>
    <p:extLst>
      <p:ext uri="{BB962C8B-B14F-4D97-AF65-F5344CB8AC3E}">
        <p14:creationId xmlns:p14="http://schemas.microsoft.com/office/powerpoint/2010/main" val="362829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86926A5-C9AF-AFAC-43F4-9B50297D7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Faculty of Arts, NIKAW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CA312F4-D62A-0A2C-9418-8A9EE95E9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2</a:t>
            </a:fld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B0A3746-7B42-5670-70CC-90250F4DA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8276" y="440631"/>
            <a:ext cx="5745302" cy="1152000"/>
          </a:xfrm>
        </p:spPr>
        <p:txBody>
          <a:bodyPr/>
          <a:lstStyle/>
          <a:p>
            <a:pPr algn="ctr"/>
            <a:r>
              <a:rPr lang="en-US" dirty="0"/>
              <a:t>The Network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5F3ADE50-DAD7-F79C-0A3A-2946EB61E77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t="18550" r="14339" b="12004"/>
          <a:stretch/>
        </p:blipFill>
        <p:spPr bwMode="auto">
          <a:xfrm>
            <a:off x="484520" y="729762"/>
            <a:ext cx="5379949" cy="53959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5DDC31AE-4D35-9BD3-5F84-73A0BA8FAD21}"/>
              </a:ext>
            </a:extLst>
          </p:cNvPr>
          <p:cNvSpPr txBox="1"/>
          <p:nvPr/>
        </p:nvSpPr>
        <p:spPr>
          <a:xfrm>
            <a:off x="425216" y="5903390"/>
            <a:ext cx="1045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Largest connected component (N = 19.325, E = 49.617); </a:t>
            </a:r>
            <a:r>
              <a:rPr lang="en-US" sz="1400" dirty="0" err="1"/>
              <a:t>Visualisation</a:t>
            </a:r>
            <a:r>
              <a:rPr lang="en-US" sz="1400" dirty="0"/>
              <a:t> algorithm: </a:t>
            </a:r>
            <a:r>
              <a:rPr lang="en-US" sz="1400" dirty="0" err="1"/>
              <a:t>DrL</a:t>
            </a:r>
            <a:r>
              <a:rPr lang="en-US" sz="1400" dirty="0"/>
              <a:t> (multilevel force-directed)</a:t>
            </a:r>
          </a:p>
          <a:p>
            <a:endParaRPr lang="en-US" sz="1400" dirty="0"/>
          </a:p>
        </p:txBody>
      </p:sp>
      <p:pic>
        <p:nvPicPr>
          <p:cNvPr id="11" name="Afbeelding 10" descr="Afbeelding met schermopname, lijn, Kleurrijkheid, tekst&#10;&#10;Automatisch gegenereerde beschrijving">
            <a:extLst>
              <a:ext uri="{FF2B5EF4-FFF2-40B4-BE49-F238E27FC236}">
                <a16:creationId xmlns:a16="http://schemas.microsoft.com/office/drawing/2014/main" id="{18BC7C8B-E97D-2EC2-49AE-06F0E2BEDB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227"/>
          <a:stretch/>
        </p:blipFill>
        <p:spPr>
          <a:xfrm>
            <a:off x="939855" y="98749"/>
            <a:ext cx="4469278" cy="683765"/>
          </a:xfrm>
          <a:prstGeom prst="rect">
            <a:avLst/>
          </a:prstGeom>
        </p:spPr>
      </p:pic>
      <p:graphicFrame>
        <p:nvGraphicFramePr>
          <p:cNvPr id="14" name="Tijdelijke aanduiding voor inhoud 1">
            <a:extLst>
              <a:ext uri="{FF2B5EF4-FFF2-40B4-BE49-F238E27FC236}">
                <a16:creationId xmlns:a16="http://schemas.microsoft.com/office/drawing/2014/main" id="{B3C3BE82-44A0-3D25-CF7B-26A8CF7296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3967469"/>
              </p:ext>
            </p:extLst>
          </p:nvPr>
        </p:nvGraphicFramePr>
        <p:xfrm>
          <a:off x="6248276" y="1552526"/>
          <a:ext cx="5745302" cy="3477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36146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391759C-1D9C-5F66-4C66-5F1516AE1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Faculty of Arts, NIKAW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377876E-5E37-33AC-B040-CE5D59969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3</a:t>
            </a:fld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ECE7071-C068-BB5F-ADD1-CD2D86917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1152000"/>
          </a:xfrm>
        </p:spPr>
        <p:txBody>
          <a:bodyPr/>
          <a:lstStyle/>
          <a:p>
            <a:r>
              <a:rPr lang="en-US" dirty="0">
                <a:latin typeface="+mj-lt"/>
              </a:rPr>
              <a:t>Pre-Processing </a:t>
            </a:r>
            <a:r>
              <a:rPr lang="en-US" sz="4000" i="1" dirty="0" err="1">
                <a:effectLst/>
                <a:latin typeface="+mj-lt"/>
                <a:ea typeface="Calibri" panose="020F0502020204030204" pitchFamily="34" charset="0"/>
              </a:rPr>
              <a:t>Paulys</a:t>
            </a:r>
            <a:r>
              <a:rPr lang="en-US" sz="4000" i="1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4000" i="1" dirty="0" err="1">
                <a:effectLst/>
                <a:latin typeface="+mj-lt"/>
                <a:ea typeface="Calibri" panose="020F0502020204030204" pitchFamily="34" charset="0"/>
              </a:rPr>
              <a:t>Realencyclopädie</a:t>
            </a:r>
            <a:r>
              <a:rPr lang="en-US" dirty="0">
                <a:latin typeface="+mj-lt"/>
              </a:rPr>
              <a:t> </a:t>
            </a:r>
          </a:p>
        </p:txBody>
      </p:sp>
      <p:pic>
        <p:nvPicPr>
          <p:cNvPr id="10" name="Tijdelijke aanduiding voor inhoud 9">
            <a:extLst>
              <a:ext uri="{FF2B5EF4-FFF2-40B4-BE49-F238E27FC236}">
                <a16:creationId xmlns:a16="http://schemas.microsoft.com/office/drawing/2014/main" id="{707786BA-9E74-EA06-D50F-B5C22F245CA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00" y="908286"/>
            <a:ext cx="10414134" cy="499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kstvak 14">
            <a:extLst>
              <a:ext uri="{FF2B5EF4-FFF2-40B4-BE49-F238E27FC236}">
                <a16:creationId xmlns:a16="http://schemas.microsoft.com/office/drawing/2014/main" id="{F5B9C436-7FC7-CF1C-2BAF-5EAC4EBF6DCE}"/>
              </a:ext>
            </a:extLst>
          </p:cNvPr>
          <p:cNvSpPr txBox="1"/>
          <p:nvPr/>
        </p:nvSpPr>
        <p:spPr>
          <a:xfrm>
            <a:off x="574800" y="5814262"/>
            <a:ext cx="10387159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"</a:t>
            </a:r>
            <a:r>
              <a:rPr lang="en-US" sz="1800" u="sng" dirty="0">
                <a:solidFill>
                  <a:srgbClr val="0563C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Abas 3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" in the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Wikisource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 edition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highlighting </a:t>
            </a:r>
            <a:r>
              <a:rPr lang="en-US" sz="1800" i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Volltext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in red and </a:t>
            </a:r>
            <a:r>
              <a:rPr lang="en-US" sz="1800" i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Kurztext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in green.</a:t>
            </a:r>
            <a:endParaRPr lang="nl-BE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584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8AB42DC-9F76-620E-C5B1-98768C399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Faculty of Arts, NIKAW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E0C38A0-C6C0-FCF8-E139-7F67E381F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4</a:t>
            </a:fld>
            <a:endParaRPr lang="nl-NL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25ADD6D4-0114-CE44-1319-6401EEFDE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the Network</a:t>
            </a:r>
          </a:p>
        </p:txBody>
      </p:sp>
      <p:pic>
        <p:nvPicPr>
          <p:cNvPr id="15" name="Tijdelijke aanduiding voor inhoud 14" descr="Afbeelding met tekst, diagram, Lettertype, schermopname&#10;&#10;Automatisch gegenereerde beschrijving">
            <a:extLst>
              <a:ext uri="{FF2B5EF4-FFF2-40B4-BE49-F238E27FC236}">
                <a16:creationId xmlns:a16="http://schemas.microsoft.com/office/drawing/2014/main" id="{B7672B7E-0659-1BCB-B2A5-2B30079E53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5469" y="1963925"/>
            <a:ext cx="11041062" cy="3475271"/>
          </a:xfrm>
        </p:spPr>
      </p:pic>
    </p:spTree>
    <p:extLst>
      <p:ext uri="{BB962C8B-B14F-4D97-AF65-F5344CB8AC3E}">
        <p14:creationId xmlns:p14="http://schemas.microsoft.com/office/powerpoint/2010/main" val="583198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2246513C-D12C-EDF5-4FA9-3CAB1D8E1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00" y="1181292"/>
            <a:ext cx="5421575" cy="540000"/>
          </a:xfrm>
        </p:spPr>
        <p:txBody>
          <a:bodyPr/>
          <a:lstStyle/>
          <a:p>
            <a:r>
              <a:rPr lang="en-US" dirty="0">
                <a:latin typeface="+mj-lt"/>
              </a:rPr>
              <a:t>Undirected: highest degree (d)</a:t>
            </a:r>
          </a:p>
        </p:txBody>
      </p:sp>
      <p:graphicFrame>
        <p:nvGraphicFramePr>
          <p:cNvPr id="17" name="Tijdelijke aanduiding voor inhoud 1">
            <a:extLst>
              <a:ext uri="{FF2B5EF4-FFF2-40B4-BE49-F238E27FC236}">
                <a16:creationId xmlns:a16="http://schemas.microsoft.com/office/drawing/2014/main" id="{35122F59-FE9A-F516-1F2D-5445ABD5E37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03527664"/>
              </p:ext>
            </p:extLst>
          </p:nvPr>
        </p:nvGraphicFramePr>
        <p:xfrm>
          <a:off x="0" y="2011014"/>
          <a:ext cx="5107872" cy="3837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0EB5193F-9B12-2B50-D474-C804D9C247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1000" y="1181292"/>
            <a:ext cx="5445000" cy="540000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  <a:ea typeface="Calibri" panose="020F0502020204030204" pitchFamily="34" charset="0"/>
              </a:rPr>
              <a:t>Directed: Highest out-degree (</a:t>
            </a:r>
            <a:r>
              <a:rPr lang="nl-NL" kern="1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nl-NL" kern="100" baseline="-250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out</a:t>
            </a:r>
            <a:r>
              <a:rPr lang="en-US" dirty="0">
                <a:latin typeface="+mj-lt"/>
                <a:ea typeface="Calibri" panose="020F0502020204030204" pitchFamily="34" charset="0"/>
              </a:rPr>
              <a:t>)</a:t>
            </a:r>
            <a:endParaRPr kumimoji="0" lang="nl-NL" altLang="nl-B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F630755-14F4-ACA5-7643-5CBD38993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Faculty</a:t>
            </a:r>
            <a:r>
              <a:rPr lang="nl-NL" dirty="0"/>
              <a:t> of Arts, NIKAW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8A259C6-4E8A-8D23-F8E6-22D89FFC8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5</a:t>
            </a:fld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AF3A4FE-0959-D53C-7701-BDE0451AA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graphicFrame>
        <p:nvGraphicFramePr>
          <p:cNvPr id="18" name="Tijdelijke aanduiding voor inhoud 1">
            <a:extLst>
              <a:ext uri="{FF2B5EF4-FFF2-40B4-BE49-F238E27FC236}">
                <a16:creationId xmlns:a16="http://schemas.microsoft.com/office/drawing/2014/main" id="{11110AB5-EA60-6C13-7793-5441CFF8F2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4813475"/>
              </p:ext>
            </p:extLst>
          </p:nvPr>
        </p:nvGraphicFramePr>
        <p:xfrm>
          <a:off x="5997575" y="1998624"/>
          <a:ext cx="5107872" cy="3837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9" name="Rectangle 2">
            <a:extLst>
              <a:ext uri="{FF2B5EF4-FFF2-40B4-BE49-F238E27FC236}">
                <a16:creationId xmlns:a16="http://schemas.microsoft.com/office/drawing/2014/main" id="{657F2714-9AE6-96A3-7CA5-79A22C0D5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2" name="Afbeelding 31">
            <a:extLst>
              <a:ext uri="{FF2B5EF4-FFF2-40B4-BE49-F238E27FC236}">
                <a16:creationId xmlns:a16="http://schemas.microsoft.com/office/drawing/2014/main" id="{89B88C49-5E76-42AC-1CD3-55AFDCC461A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9624" y="1977887"/>
            <a:ext cx="648000" cy="773182"/>
          </a:xfrm>
          <a:prstGeom prst="rect">
            <a:avLst/>
          </a:prstGeom>
        </p:spPr>
      </p:pic>
      <p:pic>
        <p:nvPicPr>
          <p:cNvPr id="35" name="Afbeelding 34">
            <a:extLst>
              <a:ext uri="{FF2B5EF4-FFF2-40B4-BE49-F238E27FC236}">
                <a16:creationId xmlns:a16="http://schemas.microsoft.com/office/drawing/2014/main" id="{D9F1A243-8633-9C25-50CF-C4EE3BA10B9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4169" y="2836208"/>
            <a:ext cx="536494" cy="640135"/>
          </a:xfrm>
          <a:prstGeom prst="rect">
            <a:avLst/>
          </a:prstGeom>
        </p:spPr>
      </p:pic>
      <p:pic>
        <p:nvPicPr>
          <p:cNvPr id="37" name="Afbeelding 36">
            <a:extLst>
              <a:ext uri="{FF2B5EF4-FFF2-40B4-BE49-F238E27FC236}">
                <a16:creationId xmlns:a16="http://schemas.microsoft.com/office/drawing/2014/main" id="{2247666F-6BC2-FBA8-583B-D242FCAFF50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4169" y="3640413"/>
            <a:ext cx="536494" cy="640135"/>
          </a:xfrm>
          <a:prstGeom prst="rect">
            <a:avLst/>
          </a:prstGeom>
        </p:spPr>
      </p:pic>
      <p:pic>
        <p:nvPicPr>
          <p:cNvPr id="41" name="Afbeelding 40">
            <a:extLst>
              <a:ext uri="{FF2B5EF4-FFF2-40B4-BE49-F238E27FC236}">
                <a16:creationId xmlns:a16="http://schemas.microsoft.com/office/drawing/2014/main" id="{B571675A-B7FD-94D3-8FA2-BF1A97A0AAF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5377" y="4462039"/>
            <a:ext cx="536494" cy="640135"/>
          </a:xfrm>
          <a:prstGeom prst="rect">
            <a:avLst/>
          </a:prstGeom>
        </p:spPr>
      </p:pic>
      <p:pic>
        <p:nvPicPr>
          <p:cNvPr id="43" name="Afbeelding 42">
            <a:extLst>
              <a:ext uri="{FF2B5EF4-FFF2-40B4-BE49-F238E27FC236}">
                <a16:creationId xmlns:a16="http://schemas.microsoft.com/office/drawing/2014/main" id="{86414246-BC93-ED20-40ED-97A756C14B4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2969" y="5238295"/>
            <a:ext cx="536494" cy="640135"/>
          </a:xfrm>
          <a:prstGeom prst="rect">
            <a:avLst/>
          </a:prstGeom>
        </p:spPr>
      </p:pic>
      <p:pic>
        <p:nvPicPr>
          <p:cNvPr id="44" name="Afbeelding 43">
            <a:extLst>
              <a:ext uri="{FF2B5EF4-FFF2-40B4-BE49-F238E27FC236}">
                <a16:creationId xmlns:a16="http://schemas.microsoft.com/office/drawing/2014/main" id="{193CF8FC-6146-9AAD-343A-37A32C342D6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80792" y="1971691"/>
            <a:ext cx="648000" cy="773182"/>
          </a:xfrm>
          <a:prstGeom prst="rect">
            <a:avLst/>
          </a:prstGeom>
        </p:spPr>
      </p:pic>
      <p:pic>
        <p:nvPicPr>
          <p:cNvPr id="45" name="Afbeelding 44">
            <a:extLst>
              <a:ext uri="{FF2B5EF4-FFF2-40B4-BE49-F238E27FC236}">
                <a16:creationId xmlns:a16="http://schemas.microsoft.com/office/drawing/2014/main" id="{297CFD5A-0CFB-DBC5-C35F-119ECEF74E5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36545" y="2830012"/>
            <a:ext cx="536494" cy="640135"/>
          </a:xfrm>
          <a:prstGeom prst="rect">
            <a:avLst/>
          </a:prstGeom>
        </p:spPr>
      </p:pic>
      <p:pic>
        <p:nvPicPr>
          <p:cNvPr id="46" name="Afbeelding 45">
            <a:extLst>
              <a:ext uri="{FF2B5EF4-FFF2-40B4-BE49-F238E27FC236}">
                <a16:creationId xmlns:a16="http://schemas.microsoft.com/office/drawing/2014/main" id="{97F4121C-4C76-B90A-5E7E-CEA5C429E26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36545" y="3634217"/>
            <a:ext cx="536494" cy="640135"/>
          </a:xfrm>
          <a:prstGeom prst="rect">
            <a:avLst/>
          </a:prstGeom>
        </p:spPr>
      </p:pic>
      <p:pic>
        <p:nvPicPr>
          <p:cNvPr id="47" name="Afbeelding 46">
            <a:extLst>
              <a:ext uri="{FF2B5EF4-FFF2-40B4-BE49-F238E27FC236}">
                <a16:creationId xmlns:a16="http://schemas.microsoft.com/office/drawing/2014/main" id="{BC418CD4-7780-9B3E-06B6-CEA03292907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27753" y="4447051"/>
            <a:ext cx="536494" cy="640135"/>
          </a:xfrm>
          <a:prstGeom prst="rect">
            <a:avLst/>
          </a:prstGeom>
        </p:spPr>
      </p:pic>
      <p:pic>
        <p:nvPicPr>
          <p:cNvPr id="48" name="Afbeelding 47">
            <a:extLst>
              <a:ext uri="{FF2B5EF4-FFF2-40B4-BE49-F238E27FC236}">
                <a16:creationId xmlns:a16="http://schemas.microsoft.com/office/drawing/2014/main" id="{DB737136-4AD4-26C4-E6D2-F3484D8A859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35345" y="5249683"/>
            <a:ext cx="536494" cy="640135"/>
          </a:xfrm>
          <a:prstGeom prst="rect">
            <a:avLst/>
          </a:prstGeom>
        </p:spPr>
      </p:pic>
      <p:cxnSp>
        <p:nvCxnSpPr>
          <p:cNvPr id="50" name="Verbindingslijn: gebogen 49">
            <a:extLst>
              <a:ext uri="{FF2B5EF4-FFF2-40B4-BE49-F238E27FC236}">
                <a16:creationId xmlns:a16="http://schemas.microsoft.com/office/drawing/2014/main" id="{BC059DF0-E159-9A45-841E-F79D1D6E439F}"/>
              </a:ext>
            </a:extLst>
          </p:cNvPr>
          <p:cNvCxnSpPr>
            <a:cxnSpLocks/>
          </p:cNvCxnSpPr>
          <p:nvPr/>
        </p:nvCxnSpPr>
        <p:spPr>
          <a:xfrm>
            <a:off x="4386705" y="4754938"/>
            <a:ext cx="2341048" cy="775057"/>
          </a:xfrm>
          <a:prstGeom prst="bentConnector3">
            <a:avLst>
              <a:gd name="adj1" fmla="val 54882"/>
            </a:avLst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658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2D84B8CA-BE14-DFD7-9CBB-6EE0F156E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Paulys</a:t>
            </a:r>
            <a:r>
              <a:rPr lang="en-US" dirty="0"/>
              <a:t> </a:t>
            </a:r>
            <a:r>
              <a:rPr lang="en-US" dirty="0" err="1"/>
              <a:t>Realencyclopädie</a:t>
            </a:r>
            <a:r>
              <a:rPr lang="en-US" dirty="0"/>
              <a:t> is not yet fully digitized:</a:t>
            </a:r>
          </a:p>
          <a:p>
            <a:pPr lvl="1"/>
            <a:r>
              <a:rPr lang="en-US" dirty="0"/>
              <a:t>Entries not in the public domain only available in register available with a </a:t>
            </a:r>
            <a:r>
              <a:rPr lang="en-US" i="1" dirty="0" err="1"/>
              <a:t>Kurztext</a:t>
            </a:r>
            <a:r>
              <a:rPr lang="en-US" dirty="0"/>
              <a:t>, not a </a:t>
            </a:r>
            <a:r>
              <a:rPr lang="en-US" i="1" dirty="0" err="1"/>
              <a:t>Volltext</a:t>
            </a:r>
            <a:endParaRPr lang="en-US" i="1" dirty="0"/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r>
              <a:rPr lang="en-US" dirty="0"/>
              <a:t>The </a:t>
            </a:r>
            <a:r>
              <a:rPr lang="en-US" i="1" dirty="0" err="1"/>
              <a:t>Volltext</a:t>
            </a:r>
            <a:r>
              <a:rPr lang="en-US" dirty="0"/>
              <a:t> is not completely linked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C6DDD60-2654-26B0-AB22-B1DA5A6CB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Faculty of Arts, NIKAW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C9AD62D-0E6E-480C-5910-B9E884162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6</a:t>
            </a:fld>
            <a:endParaRPr lang="nl-NL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C16FBA2B-00B5-AE22-C419-22A59D9FA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8BE9FB7E-8C21-8216-10AC-9484E797C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00" y="2936196"/>
            <a:ext cx="10898910" cy="210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032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91C5CC13-9B57-3EA7-8A4C-AFDC03D8C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5914725A-F9E5-E1FF-9A22-8F445C747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Faculty of Arts, NIKAW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C169B6B-D768-0F29-54A3-66DFC865B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7</a:t>
            </a:fld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03B83213-DB81-530C-DE47-73E9570E0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F4D78A05-AE7E-4EFF-6C1B-ED4E140E4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207036"/>
            <a:ext cx="9353091" cy="5877827"/>
          </a:xfrm>
          <a:prstGeom prst="rect">
            <a:avLst/>
          </a:prstGeom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BFD66D07-A874-8F55-AFD9-9113E14E9994}"/>
              </a:ext>
            </a:extLst>
          </p:cNvPr>
          <p:cNvSpPr/>
          <p:nvPr/>
        </p:nvSpPr>
        <p:spPr>
          <a:xfrm>
            <a:off x="709867" y="2622239"/>
            <a:ext cx="960582" cy="23090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F8F99377-1CF1-C554-E6AA-70F0D23DDF41}"/>
              </a:ext>
            </a:extLst>
          </p:cNvPr>
          <p:cNvSpPr/>
          <p:nvPr/>
        </p:nvSpPr>
        <p:spPr>
          <a:xfrm>
            <a:off x="4633546" y="2915040"/>
            <a:ext cx="615462" cy="23090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CF6C56B6-9D78-0929-D981-C73351D3D114}"/>
              </a:ext>
            </a:extLst>
          </p:cNvPr>
          <p:cNvSpPr/>
          <p:nvPr/>
        </p:nvSpPr>
        <p:spPr>
          <a:xfrm>
            <a:off x="5462864" y="3754961"/>
            <a:ext cx="2353498" cy="23090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F1E0913D-9B5D-7843-2C75-843C5A2CBFD2}"/>
              </a:ext>
            </a:extLst>
          </p:cNvPr>
          <p:cNvSpPr/>
          <p:nvPr/>
        </p:nvSpPr>
        <p:spPr>
          <a:xfrm>
            <a:off x="9170377" y="4039856"/>
            <a:ext cx="413238" cy="23090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2D7988E3-C1C6-A8B7-F7A2-3D1BC4177F3F}"/>
              </a:ext>
            </a:extLst>
          </p:cNvPr>
          <p:cNvSpPr/>
          <p:nvPr/>
        </p:nvSpPr>
        <p:spPr>
          <a:xfrm>
            <a:off x="3176953" y="4886847"/>
            <a:ext cx="2450123" cy="2309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73343D2A-DD22-C705-67A7-FE78830FB9B0}"/>
              </a:ext>
            </a:extLst>
          </p:cNvPr>
          <p:cNvSpPr/>
          <p:nvPr/>
        </p:nvSpPr>
        <p:spPr>
          <a:xfrm>
            <a:off x="2590799" y="5183811"/>
            <a:ext cx="2104293" cy="2309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6E28C161-016E-2936-AD49-8C36E53E7ECA}"/>
              </a:ext>
            </a:extLst>
          </p:cNvPr>
          <p:cNvSpPr/>
          <p:nvPr/>
        </p:nvSpPr>
        <p:spPr>
          <a:xfrm>
            <a:off x="6033600" y="5176608"/>
            <a:ext cx="578215" cy="2309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663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2D84B8CA-BE14-DFD7-9CBB-6EE0F156E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Paulys</a:t>
            </a:r>
            <a:r>
              <a:rPr lang="en-US" dirty="0"/>
              <a:t> </a:t>
            </a:r>
            <a:r>
              <a:rPr lang="en-US" dirty="0" err="1"/>
              <a:t>Realencyclopädie</a:t>
            </a:r>
            <a:r>
              <a:rPr lang="en-US" dirty="0"/>
              <a:t> is not yet fully digitized:</a:t>
            </a:r>
          </a:p>
          <a:p>
            <a:pPr lvl="1"/>
            <a:r>
              <a:rPr lang="en-US" dirty="0"/>
              <a:t>Entries not in the public domain only available in register available with a </a:t>
            </a:r>
            <a:r>
              <a:rPr lang="en-US" i="1" dirty="0" err="1"/>
              <a:t>Kurztext</a:t>
            </a:r>
            <a:r>
              <a:rPr lang="en-US" dirty="0"/>
              <a:t>, not a </a:t>
            </a:r>
            <a:r>
              <a:rPr lang="en-US" i="1" dirty="0" err="1"/>
              <a:t>Volltext</a:t>
            </a:r>
            <a:endParaRPr lang="en-US" i="1" dirty="0"/>
          </a:p>
          <a:p>
            <a:r>
              <a:rPr lang="en-US" dirty="0"/>
              <a:t>The </a:t>
            </a:r>
            <a:r>
              <a:rPr lang="en-US" i="1" dirty="0" err="1"/>
              <a:t>Volltext</a:t>
            </a:r>
            <a:r>
              <a:rPr lang="en-US" dirty="0"/>
              <a:t> is not completely linked</a:t>
            </a:r>
          </a:p>
          <a:p>
            <a:r>
              <a:rPr lang="en-US" dirty="0"/>
              <a:t>Automated date extraction can be flawed</a:t>
            </a:r>
          </a:p>
          <a:p>
            <a:r>
              <a:rPr lang="en-US" dirty="0"/>
              <a:t>Edges represent a multitude of possible real-world relations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C6DDD60-2654-26B0-AB22-B1DA5A6CB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Faculty of Arts, NIKAW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C9AD62D-0E6E-480C-5910-B9E884162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8</a:t>
            </a:fld>
            <a:endParaRPr lang="nl-NL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C16FBA2B-00B5-AE22-C419-22A59D9FA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713911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F0A0859E-311D-0ED6-8DB0-8CD15A387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424354"/>
            <a:ext cx="11041200" cy="47856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Qualification of Edges: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r">
              <a:buNone/>
            </a:pPr>
            <a:endParaRPr lang="en-US" dirty="0"/>
          </a:p>
          <a:p>
            <a:pPr marL="0" indent="0" algn="r">
              <a:buNone/>
            </a:pPr>
            <a:r>
              <a:rPr lang="en-US" dirty="0"/>
              <a:t>Other categories to be determined…</a:t>
            </a:r>
          </a:p>
          <a:p>
            <a:pPr lvl="1"/>
            <a:endParaRPr lang="en-US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A3D227D8-0645-C674-AB0E-D649531A4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Faculty of Arts, NIKAW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414BB7B-FDE2-E2D9-32FB-2146087BF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9</a:t>
            </a:fld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28CCE13-903C-EEFC-FE31-832AEE4DA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Research</a:t>
            </a:r>
          </a:p>
        </p:txBody>
      </p:sp>
      <p:graphicFrame>
        <p:nvGraphicFramePr>
          <p:cNvPr id="12" name="Tabel 6">
            <a:extLst>
              <a:ext uri="{FF2B5EF4-FFF2-40B4-BE49-F238E27FC236}">
                <a16:creationId xmlns:a16="http://schemas.microsoft.com/office/drawing/2014/main" id="{6576CC04-8C27-DD65-0EC5-1A2FCAE7BC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6463881"/>
              </p:ext>
            </p:extLst>
          </p:nvPr>
        </p:nvGraphicFramePr>
        <p:xfrm>
          <a:off x="574800" y="1940869"/>
          <a:ext cx="11041199" cy="338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5656">
                  <a:extLst>
                    <a:ext uri="{9D8B030D-6E8A-4147-A177-3AD203B41FA5}">
                      <a16:colId xmlns:a16="http://schemas.microsoft.com/office/drawing/2014/main" val="3585909986"/>
                    </a:ext>
                  </a:extLst>
                </a:gridCol>
                <a:gridCol w="2150252">
                  <a:extLst>
                    <a:ext uri="{9D8B030D-6E8A-4147-A177-3AD203B41FA5}">
                      <a16:colId xmlns:a16="http://schemas.microsoft.com/office/drawing/2014/main" val="4100129221"/>
                    </a:ext>
                  </a:extLst>
                </a:gridCol>
                <a:gridCol w="1895223">
                  <a:extLst>
                    <a:ext uri="{9D8B030D-6E8A-4147-A177-3AD203B41FA5}">
                      <a16:colId xmlns:a16="http://schemas.microsoft.com/office/drawing/2014/main" val="4194403778"/>
                    </a:ext>
                  </a:extLst>
                </a:gridCol>
                <a:gridCol w="4680068">
                  <a:extLst>
                    <a:ext uri="{9D8B030D-6E8A-4147-A177-3AD203B41FA5}">
                      <a16:colId xmlns:a16="http://schemas.microsoft.com/office/drawing/2014/main" val="33845330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Wikisource</a:t>
                      </a:r>
                      <a:r>
                        <a:rPr lang="en-US" dirty="0"/>
                        <a:t> sentence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762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RE-Cornelius_363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RE-Cornelius_362 </a:t>
                      </a:r>
                      <a:endParaRPr lang="en-US" sz="18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00FFFF"/>
                          </a:highlight>
                        </a:rPr>
                        <a:t>Familial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kumimoji="0" lang="nl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363)</a:t>
                      </a:r>
                      <a:r>
                        <a:rPr kumimoji="0" lang="nl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nl-BE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Ser</a:t>
                      </a:r>
                      <a:r>
                        <a:rPr kumimoji="0" lang="nl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. (Cornelius) </a:t>
                      </a:r>
                      <a:r>
                        <a:rPr kumimoji="0" lang="nl-BE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Scipio</a:t>
                      </a:r>
                      <a:r>
                        <a:rPr kumimoji="0" lang="nl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(</a:t>
                      </a:r>
                      <a:r>
                        <a:rPr kumimoji="0" lang="nl-BE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Salvidienus</a:t>
                      </a:r>
                      <a:r>
                        <a:rPr kumimoji="0" lang="nl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nl-BE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Orfitus</a:t>
                      </a:r>
                      <a:r>
                        <a:rPr kumimoji="0" lang="nl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, </a:t>
                      </a:r>
                      <a:r>
                        <a:rPr kumimoji="0" lang="nl-BE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00FF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Sohn</a:t>
                      </a:r>
                      <a:r>
                        <a:rPr kumimoji="0" lang="nl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00FF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des </a:t>
                      </a:r>
                      <a:r>
                        <a:rPr kumimoji="0" lang="nl-BE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00FF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  <a:hlinkClick r:id="rId2" tooltip="RE:Cornelius 36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Vorhergehenden</a:t>
                      </a:r>
                      <a:r>
                        <a:rPr kumimoji="0" lang="nl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00FF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nl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(vgl. CIL IX 663), </a:t>
                      </a:r>
                      <a:r>
                        <a:rPr kumimoji="0" lang="nl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FF00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Consul ordinarius </a:t>
                      </a:r>
                      <a:r>
                        <a:rPr kumimoji="0" lang="nl-BE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FF00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nl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FF00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J. 178 </a:t>
                      </a:r>
                      <a:r>
                        <a:rPr kumimoji="0" lang="nl-BE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FF00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mit</a:t>
                      </a:r>
                      <a:r>
                        <a:rPr kumimoji="0" lang="nl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FF00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nl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FF00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  <a:hlinkClick r:id="rId3" tooltip="RE:Velius 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D. </a:t>
                      </a:r>
                      <a:r>
                        <a:rPr kumimoji="0" lang="nl-BE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FF00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  <a:hlinkClick r:id="rId3" tooltip="RE:Velius 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Velius</a:t>
                      </a:r>
                      <a:r>
                        <a:rPr kumimoji="0" lang="nl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FF00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  <a:hlinkClick r:id="rId3" tooltip="RE:Velius 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kumimoji="0" lang="nl-BE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FF00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  <a:hlinkClick r:id="rId3" tooltip="RE:Velius 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Rufus</a:t>
                      </a:r>
                      <a:endParaRPr lang="en-US" sz="18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00FF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185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RE-Cornelius_363</a:t>
                      </a:r>
                      <a:endParaRPr lang="en-US" sz="18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RE-Velius_8</a:t>
                      </a:r>
                      <a:endParaRPr lang="en-US" sz="18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00FF"/>
                          </a:highlight>
                        </a:rPr>
                        <a:t>Business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74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RE-Acilius_27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RE-Annaeus_16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Attestation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de-DE" b="1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27)</a:t>
                      </a:r>
                      <a:r>
                        <a:rPr lang="de-DE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de-DE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Acilius</a:t>
                      </a:r>
                      <a:r>
                        <a:rPr lang="de-DE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de-DE" b="0" i="0" u="none" strike="noStrike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  <a:hlinkClick r:id="rId4" tooltip="RE:Butas 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Butas</a:t>
                      </a:r>
                      <a:r>
                        <a:rPr lang="de-DE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de-DE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00FF00"/>
                          </a:highlight>
                          <a:latin typeface="Arial" panose="020B0604020202020204" pitchFamily="34" charset="0"/>
                        </a:rPr>
                        <a:t>Praetorier</a:t>
                      </a:r>
                      <a:r>
                        <a:rPr lang="de-DE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00FF00"/>
                          </a:highlight>
                          <a:latin typeface="Arial" panose="020B0604020202020204" pitchFamily="34" charset="0"/>
                        </a:rPr>
                        <a:t> unter </a:t>
                      </a:r>
                      <a:r>
                        <a:rPr lang="de-DE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00FF00"/>
                          </a:highlight>
                          <a:latin typeface="Arial" panose="020B0604020202020204" pitchFamily="34" charset="0"/>
                          <a:hlinkClick r:id="rId5" tooltip="RE:Iulius 15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Tiberius</a:t>
                      </a:r>
                      <a:r>
                        <a:rPr lang="de-DE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, verbrachte durch Schlemmen sein ungeheures Vermögen. </a:t>
                      </a:r>
                      <a:r>
                        <a:rPr lang="de-DE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Anekdoten über ihn bei </a:t>
                      </a:r>
                      <a:r>
                        <a:rPr lang="de-DE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hlinkClick r:id="rId6" tooltip="RE:Annaeus 1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Seneca</a:t>
                      </a:r>
                      <a:r>
                        <a:rPr lang="de-DE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de-DE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ep</a:t>
                      </a:r>
                      <a:r>
                        <a:rPr lang="de-DE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. 122, 10–13</a:t>
                      </a:r>
                      <a:r>
                        <a:rPr lang="de-DE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en-US" sz="18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382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RE-Acilius_27</a:t>
                      </a:r>
                      <a:endParaRPr lang="en-US" sz="18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RE-Iulius_154</a:t>
                      </a:r>
                      <a:endParaRPr lang="en-US" sz="18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00FF00"/>
                          </a:highlight>
                        </a:rPr>
                        <a:t>Contemporary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RE-</a:t>
                      </a:r>
                      <a:r>
                        <a:rPr lang="en-US" dirty="0" err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Eleatas</a:t>
                      </a:r>
                      <a:endParaRPr lang="en-US" sz="18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RE-</a:t>
                      </a:r>
                      <a:r>
                        <a:rPr lang="en-US" dirty="0" err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Daseatas</a:t>
                      </a:r>
                      <a:endParaRPr lang="en-US" sz="18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1D8DB0"/>
                          </a:highlight>
                        </a:rPr>
                        <a:t>Same 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Eleatas</a:t>
                      </a:r>
                      <a:r>
                        <a:rPr lang="de-DE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 (</a:t>
                      </a:r>
                      <a:r>
                        <a:rPr lang="de-DE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Arial Unicode MS"/>
                        </a:rPr>
                        <a:t>Ἐλεάτ</a:t>
                      </a:r>
                      <a:r>
                        <a:rPr lang="de-DE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Arial Unicode MS"/>
                        </a:rPr>
                        <a:t>ας</a:t>
                      </a:r>
                      <a:r>
                        <a:rPr lang="de-DE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), </a:t>
                      </a:r>
                      <a:r>
                        <a:rPr lang="de-DE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bei </a:t>
                      </a:r>
                      <a:r>
                        <a:rPr lang="de-DE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hlinkClick r:id="rId7" tooltip="Paulys Realencyclopädie der classischen Altertumswissenschaft/Register/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Paus.</a:t>
                      </a:r>
                      <a:r>
                        <a:rPr lang="de-DE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 VIII 3, 2 </a:t>
                      </a:r>
                      <a:r>
                        <a:rPr lang="de-DE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1D8DB0"/>
                          </a:highlight>
                          <a:latin typeface="Arial" panose="020B0604020202020204" pitchFamily="34" charset="0"/>
                        </a:rPr>
                        <a:t>falsche Lesart für </a:t>
                      </a:r>
                      <a:r>
                        <a:rPr lang="de-DE" b="0" i="0" u="none" strike="noStrike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highlight>
                            <a:srgbClr val="1D8DB0"/>
                          </a:highlight>
                          <a:latin typeface="Arial" panose="020B0604020202020204" pitchFamily="34" charset="0"/>
                          <a:hlinkClick r:id="rId8" tooltip="RE:Daseatas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Daseatas</a:t>
                      </a:r>
                      <a:r>
                        <a:rPr lang="de-DE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, s. d.</a:t>
                      </a:r>
                      <a:r>
                        <a:rPr kumimoji="0" lang="nl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endParaRPr lang="en-US" sz="18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931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3119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1BD1FDCC-5B89-D281-0640-6B2A7A56A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Faculty of Arts, NIKAW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4AF494C-A930-CA82-E377-D345A05D9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10</a:t>
            </a:fld>
            <a:endParaRPr lang="nl-NL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A9A13725-10C4-B9B0-EF1D-43C00EB5C4D2}"/>
              </a:ext>
            </a:extLst>
          </p:cNvPr>
          <p:cNvSpPr txBox="1">
            <a:spLocks/>
          </p:cNvSpPr>
          <p:nvPr/>
        </p:nvSpPr>
        <p:spPr>
          <a:xfrm>
            <a:off x="287217" y="401782"/>
            <a:ext cx="3704491" cy="515293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baseline="0">
                <a:solidFill>
                  <a:schemeClr val="tx2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rgbClr val="1D8DB0"/>
                </a:solidFill>
                <a:latin typeface="+mj-lt"/>
              </a:rPr>
              <a:t>Further Research</a:t>
            </a:r>
          </a:p>
        </p:txBody>
      </p:sp>
      <p:graphicFrame>
        <p:nvGraphicFramePr>
          <p:cNvPr id="7" name="Tekstvak 13">
            <a:extLst>
              <a:ext uri="{FF2B5EF4-FFF2-40B4-BE49-F238E27FC236}">
                <a16:creationId xmlns:a16="http://schemas.microsoft.com/office/drawing/2014/main" id="{C5833F08-4A80-0C0C-64CF-5B5E9C27CA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5964806"/>
              </p:ext>
            </p:extLst>
          </p:nvPr>
        </p:nvGraphicFramePr>
        <p:xfrm>
          <a:off x="4835769" y="293593"/>
          <a:ext cx="7069015" cy="5618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3811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070FAF9D-2C12-8A60-24FD-EB5EAFFC9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60363" indent="-360363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Ahnert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Ruth, Sebastian E.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Ahnert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Catherine Nicole Coleman, and Scott B.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Weingart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 2021. </a:t>
            </a:r>
            <a:r>
              <a:rPr lang="en-US" sz="1800" i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The Network Turn: Changing Perspectives in the Humanities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 Cambridge: Cambridge University Press. https://doi.org/10.1017/9781108866804.</a:t>
            </a:r>
            <a:endParaRPr lang="nl-BE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363" indent="-360363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Broekaert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Wim, Elena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Köstner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and Christian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Rollinger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eds. 2020. “The Ties That Bind. Ancient Politics and Network Research.” </a:t>
            </a:r>
            <a:r>
              <a:rPr lang="en-US" sz="1800" i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Journal of Historical Network Research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4. https://doi.org/10.25517/JHNR.V4I0.</a:t>
            </a:r>
            <a:endParaRPr lang="nl-BE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363" indent="-360363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Broux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Yanne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and Mark Depauw. 2015. “Developing Onomastic Gazetteers and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Prosopographies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for the Ancient World Through Named Entity Recognition and Graph Visualization: Some Examples from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Trismegistos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People.” In </a:t>
            </a:r>
            <a:r>
              <a:rPr lang="en-US" sz="1800" i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Social Informatics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edited by Luca Maria Aiello and Daniel McFarland, 304–313. Cham: Springer International Publishing. https://doi.org/10.1007/978-3-319-15168-7_38.</a:t>
            </a:r>
            <a:endParaRPr lang="nl-BE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363" indent="-360363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Brughmans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Tom, Anna Collar, and Fiona Coward. 2016. </a:t>
            </a:r>
            <a:r>
              <a:rPr lang="en-US" sz="1800" i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The Connected Past: Challenges to Network Studies in Archaeology and History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 Oxford: Oxford University Press. </a:t>
            </a:r>
            <a:endParaRPr lang="nl-BE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363" indent="-360363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Classen, Carl Joachim. 2010. “«Vita Brevis – Ars Longa»: Pauly’s Beginnings and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Wissowa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-Kroll-Ziegler’s Monumental Achievement.” </a:t>
            </a:r>
            <a:r>
              <a:rPr lang="en-US" sz="1800" i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Eikasmós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21: 423–37.</a:t>
            </a:r>
            <a:endParaRPr lang="nl-BE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363" indent="-360363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Collar, Anna, ed. 2022. </a:t>
            </a:r>
            <a:r>
              <a:rPr lang="en-US" sz="1800" i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Networks and the Spread of Ideas in the Past: Strong Ties, Innovation and Knowledge Exchange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 London: Routledge. https://doi.org/10.4324/9780429429217.</a:t>
            </a:r>
            <a:endParaRPr lang="nl-BE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363" indent="-360363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Malkin,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Irad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 2011. </a:t>
            </a:r>
            <a:r>
              <a:rPr lang="en-US" sz="1800" i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 Small Greek World: Networks in the Ancient Mediterranean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 Oxford University Press. https://doi.org/10.1093/acprof:oso/9780199734818.001.0001.</a:t>
            </a:r>
            <a:endParaRPr lang="nl-BE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363" indent="-360363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Martin, Shawn Bryan, Brown, William Michael,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Klavans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Richard, and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Boyack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Kevin W. 2008. </a:t>
            </a:r>
            <a:r>
              <a:rPr lang="en-US" sz="1800" i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DrL</a:t>
            </a:r>
            <a:r>
              <a:rPr lang="en-US" sz="1800" i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 Distributed Recursive (Graph) Layout. 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Algorithm.</a:t>
            </a:r>
            <a:endParaRPr lang="nl-BE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+mj-lt"/>
            </a:endParaRP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6CF7C2F-948E-3186-8B24-BA10129E1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Faculty of Arts, NIKAW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9E70765-BF75-CF87-9417-11046A13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11</a:t>
            </a:fld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CD72E1F-5043-8F0A-2275-8DA07837C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Bibliography</a:t>
            </a:r>
          </a:p>
        </p:txBody>
      </p:sp>
    </p:spTree>
    <p:extLst>
      <p:ext uri="{BB962C8B-B14F-4D97-AF65-F5344CB8AC3E}">
        <p14:creationId xmlns:p14="http://schemas.microsoft.com/office/powerpoint/2010/main" val="4183722547"/>
      </p:ext>
    </p:extLst>
  </p:cSld>
  <p:clrMapOvr>
    <a:masterClrMapping/>
  </p:clrMapOvr>
</p:sld>
</file>

<file path=ppt/theme/theme1.xml><?xml version="1.0" encoding="utf-8"?>
<a:theme xmlns:a="http://schemas.openxmlformats.org/drawingml/2006/main" name="KU Leuven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U Leuven Sedes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U Leuven" id="{BC384CAF-57B4-4083-BC3D-22218BF4A46A}" vid="{75672E21-F18C-4958-94B8-19E54344552B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KU Leuven</Template>
  <TotalTime>0</TotalTime>
  <Words>876</Words>
  <Application>Microsoft Office PowerPoint</Application>
  <PresentationFormat>Breedbeeld</PresentationFormat>
  <Paragraphs>116</Paragraphs>
  <Slides>11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2</vt:i4>
      </vt:variant>
      <vt:variant>
        <vt:lpstr>Diatitels</vt:lpstr>
      </vt:variant>
      <vt:variant>
        <vt:i4>11</vt:i4>
      </vt:variant>
    </vt:vector>
  </HeadingPairs>
  <TitlesOfParts>
    <vt:vector size="16" baseType="lpstr">
      <vt:lpstr>Arial</vt:lpstr>
      <vt:lpstr>Arial Unicode MS</vt:lpstr>
      <vt:lpstr>Calibri</vt:lpstr>
      <vt:lpstr>KU Leuven</vt:lpstr>
      <vt:lpstr>KU Leuven Sedes</vt:lpstr>
      <vt:lpstr>Networking Paulys Realencyclopädie:  Exploring Relations in the Ancient World through Wikisource-interlinks</vt:lpstr>
      <vt:lpstr>The Network</vt:lpstr>
      <vt:lpstr>Pre-Processing Paulys Realencyclopädie </vt:lpstr>
      <vt:lpstr>Extracting the Network</vt:lpstr>
      <vt:lpstr>Results</vt:lpstr>
      <vt:lpstr>Limitations</vt:lpstr>
      <vt:lpstr>PowerPoint-presentatie</vt:lpstr>
      <vt:lpstr>Limitations</vt:lpstr>
      <vt:lpstr>Further Research</vt:lpstr>
      <vt:lpstr>PowerPoint-presentatie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2017-09-13T11:47:32Z</dcterms:created>
  <dcterms:modified xsi:type="dcterms:W3CDTF">2024-06-03T14:09:01Z</dcterms:modified>
</cp:coreProperties>
</file>